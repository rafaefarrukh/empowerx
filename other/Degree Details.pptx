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5143500" cx="9144000"/>
  <p:notesSz cx="6858000" cy="9144000"/>
  <p:embeddedFontLst>
    <p:embeddedFont>
      <p:font typeface="Oswald"/>
      <p:regular r:id="rId39"/>
      <p:bold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D38236B-0A4B-4D1E-A3D3-BF29979D5375}">
  <a:tblStyle styleId="{ED38236B-0A4B-4D1E-A3D3-BF29979D5375}" styleName="Table_0">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Oswald-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Oswald-regular.fntdata"/><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5f391192_0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5f391192_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5f391192_0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5f391192_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2bec230e938_0_3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2bec230e938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2bec230ebf4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2bec230ebf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2bec7b08cb0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2bec7b08cb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2bec230ebf4_0_1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2bec230ebf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2bec230ebf4_0_6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2bec230ebf4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2bec230e938_0_2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2bec230e938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2bec7b08cb0_0_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2bec7b08cb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2bec7b08cb0_0_1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2bec7b08cb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21a7daad9f_0_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321a7daad9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2bec7b08cb0_0_3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2bec7b08cb0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5f391192_02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35f391192_0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2bec230e938_0_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2bec230e93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5f391192_01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5f391192_0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2bec7b08cb0_1_49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2bec7b08cb0_1_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2bec7b08cb0_1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2bec7b08cb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2bec7b08cb0_1_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2bec7b08cb0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2bec7b08cb0_1_1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2bec7b08cb0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2bec7b08cb0_1_1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2bec7b08cb0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2bec7b08cb0_1_2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2bec7b08cb0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2bec7b08cb0_1_3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2bec7b08cb0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2bec7b08cb0_1_3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2bec7b08cb0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2bec7b08cb0_1_50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36" name="Google Shape;636;g2bec7b08cb0_1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2bec7b08cb0_1_51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2bec7b08cb0_1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2bec7b08cb0_1_51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2bec7b08cb0_1_5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2bec7b08cb0_1_52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58" name="Google Shape;658;g2bec7b08cb0_1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2bec7b08cb0_1_53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65" name="Google Shape;665;g2bec7b08cb0_1_5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2bec7b08cb0_1_54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72" name="Google Shape;672;g2bec7b08cb0_1_5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2bec7b08cb0_1_54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79" name="Google Shape;679;g2bec7b08cb0_1_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2bec7b08cb0_1_55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2bec7b08cb0_1_5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2bec7b08cb0_1_103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93" name="Google Shape;693;g2bec7b08cb0_1_10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33" name="Shape 33"/>
        <p:cNvGrpSpPr/>
        <p:nvPr/>
      </p:nvGrpSpPr>
      <p:grpSpPr>
        <a:xfrm>
          <a:off x="0" y="0"/>
          <a:ext cx="0" cy="0"/>
          <a:chOff x="0" y="0"/>
          <a:chExt cx="0" cy="0"/>
        </a:xfrm>
      </p:grpSpPr>
      <p:sp>
        <p:nvSpPr>
          <p:cNvPr id="34" name="Google Shape;34;p2"/>
          <p:cNvSpPr/>
          <p:nvPr/>
        </p:nvSpPr>
        <p:spPr>
          <a:xfrm>
            <a:off x="-26775" y="2008375"/>
            <a:ext cx="9210650" cy="3172625"/>
          </a:xfrm>
          <a:custGeom>
            <a:rect b="b" l="l" r="r" t="t"/>
            <a:pathLst>
              <a:path extrusionOk="0" h="126905" w="368426">
                <a:moveTo>
                  <a:pt x="309" y="263"/>
                </a:moveTo>
                <a:lnTo>
                  <a:pt x="16502" y="11294"/>
                </a:lnTo>
                <a:lnTo>
                  <a:pt x="31551" y="5122"/>
                </a:lnTo>
                <a:lnTo>
                  <a:pt x="62412" y="4991"/>
                </a:lnTo>
                <a:lnTo>
                  <a:pt x="77652" y="0"/>
                </a:lnTo>
                <a:lnTo>
                  <a:pt x="92892" y="13527"/>
                </a:lnTo>
                <a:lnTo>
                  <a:pt x="107942" y="21276"/>
                </a:lnTo>
                <a:lnTo>
                  <a:pt x="122991" y="21145"/>
                </a:lnTo>
                <a:lnTo>
                  <a:pt x="138993" y="10375"/>
                </a:lnTo>
                <a:lnTo>
                  <a:pt x="154043" y="7880"/>
                </a:lnTo>
                <a:lnTo>
                  <a:pt x="168711" y="2349"/>
                </a:lnTo>
                <a:lnTo>
                  <a:pt x="184332" y="14841"/>
                </a:lnTo>
                <a:lnTo>
                  <a:pt x="199572" y="15274"/>
                </a:lnTo>
                <a:lnTo>
                  <a:pt x="214622" y="25085"/>
                </a:lnTo>
                <a:lnTo>
                  <a:pt x="230052" y="25085"/>
                </a:lnTo>
                <a:lnTo>
                  <a:pt x="246054" y="20094"/>
                </a:lnTo>
                <a:lnTo>
                  <a:pt x="261104" y="20094"/>
                </a:lnTo>
                <a:lnTo>
                  <a:pt x="275391" y="11426"/>
                </a:lnTo>
                <a:lnTo>
                  <a:pt x="291584" y="16810"/>
                </a:lnTo>
                <a:lnTo>
                  <a:pt x="305871" y="8143"/>
                </a:lnTo>
                <a:lnTo>
                  <a:pt x="336732" y="8012"/>
                </a:lnTo>
                <a:lnTo>
                  <a:pt x="351782" y="11294"/>
                </a:lnTo>
                <a:lnTo>
                  <a:pt x="367593" y="2758"/>
                </a:lnTo>
                <a:lnTo>
                  <a:pt x="368426" y="126905"/>
                </a:lnTo>
                <a:lnTo>
                  <a:pt x="0" y="126369"/>
                </a:lnTo>
                <a:close/>
              </a:path>
            </a:pathLst>
          </a:custGeom>
          <a:solidFill>
            <a:schemeClr val="accent5"/>
          </a:solidFill>
          <a:ln>
            <a:noFill/>
          </a:ln>
        </p:spPr>
      </p:sp>
      <p:sp>
        <p:nvSpPr>
          <p:cNvPr id="35" name="Google Shape;35;p2"/>
          <p:cNvSpPr/>
          <p:nvPr/>
        </p:nvSpPr>
        <p:spPr>
          <a:xfrm>
            <a:off x="-26775" y="2139700"/>
            <a:ext cx="9210650" cy="3041300"/>
          </a:xfrm>
          <a:custGeom>
            <a:rect b="b" l="l" r="r" t="t"/>
            <a:pathLst>
              <a:path extrusionOk="0" h="121652" w="368426">
                <a:moveTo>
                  <a:pt x="309" y="5516"/>
                </a:moveTo>
                <a:lnTo>
                  <a:pt x="16692" y="11214"/>
                </a:lnTo>
                <a:lnTo>
                  <a:pt x="47172" y="11214"/>
                </a:lnTo>
                <a:lnTo>
                  <a:pt x="62412" y="6843"/>
                </a:lnTo>
                <a:lnTo>
                  <a:pt x="77652" y="16156"/>
                </a:lnTo>
                <a:lnTo>
                  <a:pt x="92892" y="16156"/>
                </a:lnTo>
                <a:lnTo>
                  <a:pt x="107370" y="11214"/>
                </a:lnTo>
                <a:lnTo>
                  <a:pt x="122610" y="8173"/>
                </a:lnTo>
                <a:lnTo>
                  <a:pt x="138612" y="8173"/>
                </a:lnTo>
                <a:lnTo>
                  <a:pt x="153852" y="10834"/>
                </a:lnTo>
                <a:lnTo>
                  <a:pt x="168711" y="7603"/>
                </a:lnTo>
                <a:lnTo>
                  <a:pt x="183951" y="12734"/>
                </a:lnTo>
                <a:lnTo>
                  <a:pt x="199572" y="20527"/>
                </a:lnTo>
                <a:lnTo>
                  <a:pt x="214050" y="15205"/>
                </a:lnTo>
                <a:lnTo>
                  <a:pt x="229671" y="15205"/>
                </a:lnTo>
                <a:lnTo>
                  <a:pt x="245292" y="5892"/>
                </a:lnTo>
                <a:lnTo>
                  <a:pt x="260532" y="11214"/>
                </a:lnTo>
                <a:lnTo>
                  <a:pt x="275772" y="11214"/>
                </a:lnTo>
                <a:lnTo>
                  <a:pt x="291012" y="6843"/>
                </a:lnTo>
                <a:lnTo>
                  <a:pt x="321492" y="6843"/>
                </a:lnTo>
                <a:lnTo>
                  <a:pt x="336732" y="15966"/>
                </a:lnTo>
                <a:lnTo>
                  <a:pt x="351210" y="12734"/>
                </a:lnTo>
                <a:lnTo>
                  <a:pt x="367593" y="0"/>
                </a:lnTo>
                <a:lnTo>
                  <a:pt x="368426" y="121652"/>
                </a:lnTo>
                <a:lnTo>
                  <a:pt x="0" y="121652"/>
                </a:lnTo>
                <a:close/>
              </a:path>
            </a:pathLst>
          </a:custGeom>
          <a:solidFill>
            <a:srgbClr val="00CEF6">
              <a:alpha val="73460"/>
            </a:srgbClr>
          </a:solidFill>
          <a:ln>
            <a:noFill/>
          </a:ln>
        </p:spPr>
      </p:sp>
      <p:sp>
        <p:nvSpPr>
          <p:cNvPr id="36" name="Google Shape;36;p2"/>
          <p:cNvSpPr/>
          <p:nvPr/>
        </p:nvSpPr>
        <p:spPr>
          <a:xfrm rot="8100000">
            <a:off x="1847981" y="1814569"/>
            <a:ext cx="122612" cy="122612"/>
          </a:xfrm>
          <a:prstGeom prst="teardrop">
            <a:avLst>
              <a:gd fmla="val 10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rot="8100000">
            <a:off x="6038981" y="2098419"/>
            <a:ext cx="122612" cy="122612"/>
          </a:xfrm>
          <a:prstGeom prst="teardrop">
            <a:avLst>
              <a:gd fmla="val 100000"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rot="8100000">
            <a:off x="7181981" y="2131769"/>
            <a:ext cx="122612" cy="122612"/>
          </a:xfrm>
          <a:prstGeom prst="teardrop">
            <a:avLst>
              <a:gd fmla="val 10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2"/>
          <p:cNvGrpSpPr/>
          <p:nvPr/>
        </p:nvGrpSpPr>
        <p:grpSpPr>
          <a:xfrm>
            <a:off x="-9525" y="2024075"/>
            <a:ext cx="9167825" cy="595300"/>
            <a:chOff x="-9525" y="4462475"/>
            <a:chExt cx="9167825" cy="595300"/>
          </a:xfrm>
        </p:grpSpPr>
        <p:sp>
          <p:nvSpPr>
            <p:cNvPr id="40" name="Google Shape;40;p2"/>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chemeClr val="accent2"/>
              </a:solidFill>
              <a:prstDash val="solid"/>
              <a:round/>
              <a:headEnd len="med" w="med" type="none"/>
              <a:tailEnd len="med" w="med" type="none"/>
            </a:ln>
          </p:spPr>
        </p:sp>
        <p:sp>
          <p:nvSpPr>
            <p:cNvPr id="41" name="Google Shape;41;p2"/>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chemeClr val="accent2"/>
              </a:solidFill>
              <a:prstDash val="solid"/>
              <a:round/>
              <a:headEnd len="med" w="med" type="none"/>
              <a:tailEnd len="med" w="med" type="none"/>
            </a:ln>
          </p:spPr>
        </p:sp>
        <p:sp>
          <p:nvSpPr>
            <p:cNvPr id="42" name="Google Shape;42;p2"/>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chemeClr val="accent2"/>
              </a:solidFill>
              <a:prstDash val="solid"/>
              <a:round/>
              <a:headEnd len="med" w="med" type="none"/>
              <a:tailEnd len="med" w="med" type="none"/>
            </a:ln>
          </p:spPr>
        </p:sp>
      </p:grpSp>
      <p:grpSp>
        <p:nvGrpSpPr>
          <p:cNvPr id="43" name="Google Shape;43;p2"/>
          <p:cNvGrpSpPr/>
          <p:nvPr/>
        </p:nvGrpSpPr>
        <p:grpSpPr>
          <a:xfrm>
            <a:off x="-42837" y="2005088"/>
            <a:ext cx="9229575" cy="642787"/>
            <a:chOff x="-42837" y="4443488"/>
            <a:chExt cx="9229575" cy="642787"/>
          </a:xfrm>
        </p:grpSpPr>
        <p:sp>
          <p:nvSpPr>
            <p:cNvPr id="44" name="Google Shape;44;p2"/>
            <p:cNvSpPr/>
            <p:nvPr/>
          </p:nvSpPr>
          <p:spPr>
            <a:xfrm>
              <a:off x="1114450" y="49006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1495450" y="502927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733450" y="497212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352450" y="49626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42837" y="46054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1876450" y="48340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2257450" y="482925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2638450" y="454826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3019450" y="46149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3400450" y="46149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3781450" y="49483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4162450" y="49483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4543450" y="466732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4924450" y="45435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5305450" y="47721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5686450" y="47721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6067450" y="48483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6448450" y="47292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6829450" y="50245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7210450" y="50245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7591450" y="44434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7972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8353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8734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9129738" y="486735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 name="Google Shape;69;p2"/>
          <p:cNvSpPr/>
          <p:nvPr/>
        </p:nvSpPr>
        <p:spPr>
          <a:xfrm>
            <a:off x="2990700" y="2147800"/>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a:off x="1085700" y="2433550"/>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a:off x="4895700" y="2077632"/>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rot="8100000">
            <a:off x="8699949" y="1890769"/>
            <a:ext cx="122612" cy="122612"/>
          </a:xfrm>
          <a:prstGeom prst="teardrop">
            <a:avLst>
              <a:gd fmla="val 100000"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txBox="1"/>
          <p:nvPr>
            <p:ph type="ctrTitle"/>
          </p:nvPr>
        </p:nvSpPr>
        <p:spPr>
          <a:xfrm>
            <a:off x="2847975" y="3363425"/>
            <a:ext cx="5610300" cy="1159800"/>
          </a:xfrm>
          <a:prstGeom prst="rect">
            <a:avLst/>
          </a:prstGeom>
        </p:spPr>
        <p:txBody>
          <a:bodyPr anchorCtr="0" anchor="ctr" bIns="91425" lIns="91425" spcFirstLastPara="1" rIns="91425" wrap="square" tIns="91425">
            <a:noAutofit/>
          </a:bodyPr>
          <a:lstStyle>
            <a:lvl1pPr lvl="0" algn="r">
              <a:spcBef>
                <a:spcPts val="0"/>
              </a:spcBef>
              <a:spcAft>
                <a:spcPts val="0"/>
              </a:spcAft>
              <a:buClr>
                <a:srgbClr val="FFFFFF"/>
              </a:buClr>
              <a:buSzPts val="4800"/>
              <a:buNone/>
              <a:defRPr sz="4800">
                <a:solidFill>
                  <a:srgbClr val="FFFFFF"/>
                </a:solidFill>
              </a:defRPr>
            </a:lvl1pPr>
            <a:lvl2pPr lvl="1" algn="r">
              <a:spcBef>
                <a:spcPts val="0"/>
              </a:spcBef>
              <a:spcAft>
                <a:spcPts val="0"/>
              </a:spcAft>
              <a:buClr>
                <a:srgbClr val="FFFFFF"/>
              </a:buClr>
              <a:buSzPts val="4800"/>
              <a:buNone/>
              <a:defRPr sz="4800">
                <a:solidFill>
                  <a:srgbClr val="FFFFFF"/>
                </a:solidFill>
              </a:defRPr>
            </a:lvl2pPr>
            <a:lvl3pPr lvl="2" algn="r">
              <a:spcBef>
                <a:spcPts val="0"/>
              </a:spcBef>
              <a:spcAft>
                <a:spcPts val="0"/>
              </a:spcAft>
              <a:buClr>
                <a:srgbClr val="FFFFFF"/>
              </a:buClr>
              <a:buSzPts val="4800"/>
              <a:buNone/>
              <a:defRPr sz="4800">
                <a:solidFill>
                  <a:srgbClr val="FFFFFF"/>
                </a:solidFill>
              </a:defRPr>
            </a:lvl3pPr>
            <a:lvl4pPr lvl="3" algn="r">
              <a:spcBef>
                <a:spcPts val="0"/>
              </a:spcBef>
              <a:spcAft>
                <a:spcPts val="0"/>
              </a:spcAft>
              <a:buClr>
                <a:srgbClr val="FFFFFF"/>
              </a:buClr>
              <a:buSzPts val="4800"/>
              <a:buNone/>
              <a:defRPr sz="4800">
                <a:solidFill>
                  <a:srgbClr val="FFFFFF"/>
                </a:solidFill>
              </a:defRPr>
            </a:lvl4pPr>
            <a:lvl5pPr lvl="4" algn="r">
              <a:spcBef>
                <a:spcPts val="0"/>
              </a:spcBef>
              <a:spcAft>
                <a:spcPts val="0"/>
              </a:spcAft>
              <a:buClr>
                <a:srgbClr val="FFFFFF"/>
              </a:buClr>
              <a:buSzPts val="4800"/>
              <a:buNone/>
              <a:defRPr sz="4800">
                <a:solidFill>
                  <a:srgbClr val="FFFFFF"/>
                </a:solidFill>
              </a:defRPr>
            </a:lvl5pPr>
            <a:lvl6pPr lvl="5" algn="r">
              <a:spcBef>
                <a:spcPts val="0"/>
              </a:spcBef>
              <a:spcAft>
                <a:spcPts val="0"/>
              </a:spcAft>
              <a:buClr>
                <a:srgbClr val="FFFFFF"/>
              </a:buClr>
              <a:buSzPts val="4800"/>
              <a:buNone/>
              <a:defRPr sz="4800">
                <a:solidFill>
                  <a:srgbClr val="FFFFFF"/>
                </a:solidFill>
              </a:defRPr>
            </a:lvl6pPr>
            <a:lvl7pPr lvl="6" algn="r">
              <a:spcBef>
                <a:spcPts val="0"/>
              </a:spcBef>
              <a:spcAft>
                <a:spcPts val="0"/>
              </a:spcAft>
              <a:buClr>
                <a:srgbClr val="FFFFFF"/>
              </a:buClr>
              <a:buSzPts val="4800"/>
              <a:buNone/>
              <a:defRPr sz="4800">
                <a:solidFill>
                  <a:srgbClr val="FFFFFF"/>
                </a:solidFill>
              </a:defRPr>
            </a:lvl7pPr>
            <a:lvl8pPr lvl="7" algn="r">
              <a:spcBef>
                <a:spcPts val="0"/>
              </a:spcBef>
              <a:spcAft>
                <a:spcPts val="0"/>
              </a:spcAft>
              <a:buClr>
                <a:srgbClr val="FFFFFF"/>
              </a:buClr>
              <a:buSzPts val="4800"/>
              <a:buNone/>
              <a:defRPr sz="4800">
                <a:solidFill>
                  <a:srgbClr val="FFFFFF"/>
                </a:solidFill>
              </a:defRPr>
            </a:lvl8pPr>
            <a:lvl9pPr lvl="8" algn="r">
              <a:spcBef>
                <a:spcPts val="0"/>
              </a:spcBef>
              <a:spcAft>
                <a:spcPts val="0"/>
              </a:spcAft>
              <a:buClr>
                <a:srgbClr val="FFFFFF"/>
              </a:buClr>
              <a:buSzPts val="4800"/>
              <a:buNone/>
              <a:defRPr sz="4800">
                <a:solidFill>
                  <a:srgbClr val="FFFFFF"/>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74" name="Shape 74"/>
        <p:cNvGrpSpPr/>
        <p:nvPr/>
      </p:nvGrpSpPr>
      <p:grpSpPr>
        <a:xfrm>
          <a:off x="0" y="0"/>
          <a:ext cx="0" cy="0"/>
          <a:chOff x="0" y="0"/>
          <a:chExt cx="0" cy="0"/>
        </a:xfrm>
      </p:grpSpPr>
      <p:sp>
        <p:nvSpPr>
          <p:cNvPr id="75" name="Google Shape;75;p3"/>
          <p:cNvSpPr/>
          <p:nvPr/>
        </p:nvSpPr>
        <p:spPr>
          <a:xfrm>
            <a:off x="-26775" y="2008375"/>
            <a:ext cx="9210650" cy="3172625"/>
          </a:xfrm>
          <a:custGeom>
            <a:rect b="b" l="l" r="r" t="t"/>
            <a:pathLst>
              <a:path extrusionOk="0" h="126905" w="368426">
                <a:moveTo>
                  <a:pt x="309" y="263"/>
                </a:moveTo>
                <a:lnTo>
                  <a:pt x="16502" y="11294"/>
                </a:lnTo>
                <a:lnTo>
                  <a:pt x="31551" y="5122"/>
                </a:lnTo>
                <a:lnTo>
                  <a:pt x="62412" y="4991"/>
                </a:lnTo>
                <a:lnTo>
                  <a:pt x="77652" y="0"/>
                </a:lnTo>
                <a:lnTo>
                  <a:pt x="92892" y="13527"/>
                </a:lnTo>
                <a:lnTo>
                  <a:pt x="107942" y="21276"/>
                </a:lnTo>
                <a:lnTo>
                  <a:pt x="122991" y="21145"/>
                </a:lnTo>
                <a:lnTo>
                  <a:pt x="138993" y="10375"/>
                </a:lnTo>
                <a:lnTo>
                  <a:pt x="154043" y="7880"/>
                </a:lnTo>
                <a:lnTo>
                  <a:pt x="168711" y="2349"/>
                </a:lnTo>
                <a:lnTo>
                  <a:pt x="184332" y="14841"/>
                </a:lnTo>
                <a:lnTo>
                  <a:pt x="199572" y="15274"/>
                </a:lnTo>
                <a:lnTo>
                  <a:pt x="214622" y="25085"/>
                </a:lnTo>
                <a:lnTo>
                  <a:pt x="230052" y="25085"/>
                </a:lnTo>
                <a:lnTo>
                  <a:pt x="246054" y="20094"/>
                </a:lnTo>
                <a:lnTo>
                  <a:pt x="261104" y="20094"/>
                </a:lnTo>
                <a:lnTo>
                  <a:pt x="275391" y="11426"/>
                </a:lnTo>
                <a:lnTo>
                  <a:pt x="291584" y="16810"/>
                </a:lnTo>
                <a:lnTo>
                  <a:pt x="305871" y="8143"/>
                </a:lnTo>
                <a:lnTo>
                  <a:pt x="336732" y="8012"/>
                </a:lnTo>
                <a:lnTo>
                  <a:pt x="351782" y="11294"/>
                </a:lnTo>
                <a:lnTo>
                  <a:pt x="367593" y="2758"/>
                </a:lnTo>
                <a:lnTo>
                  <a:pt x="368426" y="126905"/>
                </a:lnTo>
                <a:lnTo>
                  <a:pt x="0" y="126369"/>
                </a:lnTo>
                <a:close/>
              </a:path>
            </a:pathLst>
          </a:custGeom>
          <a:solidFill>
            <a:schemeClr val="accent5"/>
          </a:solidFill>
          <a:ln>
            <a:noFill/>
          </a:ln>
        </p:spPr>
      </p:sp>
      <p:sp>
        <p:nvSpPr>
          <p:cNvPr id="76" name="Google Shape;76;p3"/>
          <p:cNvSpPr/>
          <p:nvPr/>
        </p:nvSpPr>
        <p:spPr>
          <a:xfrm>
            <a:off x="-26775" y="2139700"/>
            <a:ext cx="9210650" cy="3041300"/>
          </a:xfrm>
          <a:custGeom>
            <a:rect b="b" l="l" r="r" t="t"/>
            <a:pathLst>
              <a:path extrusionOk="0" h="121652" w="368426">
                <a:moveTo>
                  <a:pt x="309" y="5516"/>
                </a:moveTo>
                <a:lnTo>
                  <a:pt x="16692" y="11214"/>
                </a:lnTo>
                <a:lnTo>
                  <a:pt x="47172" y="11214"/>
                </a:lnTo>
                <a:lnTo>
                  <a:pt x="62412" y="6843"/>
                </a:lnTo>
                <a:lnTo>
                  <a:pt x="77652" y="16156"/>
                </a:lnTo>
                <a:lnTo>
                  <a:pt x="92892" y="16156"/>
                </a:lnTo>
                <a:lnTo>
                  <a:pt x="107370" y="11214"/>
                </a:lnTo>
                <a:lnTo>
                  <a:pt x="122610" y="8173"/>
                </a:lnTo>
                <a:lnTo>
                  <a:pt x="138612" y="8173"/>
                </a:lnTo>
                <a:lnTo>
                  <a:pt x="153852" y="10834"/>
                </a:lnTo>
                <a:lnTo>
                  <a:pt x="168711" y="7603"/>
                </a:lnTo>
                <a:lnTo>
                  <a:pt x="183951" y="12734"/>
                </a:lnTo>
                <a:lnTo>
                  <a:pt x="199572" y="20527"/>
                </a:lnTo>
                <a:lnTo>
                  <a:pt x="214050" y="15205"/>
                </a:lnTo>
                <a:lnTo>
                  <a:pt x="229671" y="15205"/>
                </a:lnTo>
                <a:lnTo>
                  <a:pt x="245292" y="5892"/>
                </a:lnTo>
                <a:lnTo>
                  <a:pt x="260532" y="11214"/>
                </a:lnTo>
                <a:lnTo>
                  <a:pt x="275772" y="11214"/>
                </a:lnTo>
                <a:lnTo>
                  <a:pt x="291012" y="6843"/>
                </a:lnTo>
                <a:lnTo>
                  <a:pt x="321492" y="6843"/>
                </a:lnTo>
                <a:lnTo>
                  <a:pt x="336732" y="15966"/>
                </a:lnTo>
                <a:lnTo>
                  <a:pt x="351210" y="12734"/>
                </a:lnTo>
                <a:lnTo>
                  <a:pt x="367593" y="0"/>
                </a:lnTo>
                <a:lnTo>
                  <a:pt x="368426" y="121652"/>
                </a:lnTo>
                <a:lnTo>
                  <a:pt x="0" y="121652"/>
                </a:lnTo>
                <a:close/>
              </a:path>
            </a:pathLst>
          </a:custGeom>
          <a:solidFill>
            <a:srgbClr val="00CEF6">
              <a:alpha val="73460"/>
            </a:srgbClr>
          </a:solidFill>
          <a:ln>
            <a:noFill/>
          </a:ln>
        </p:spPr>
      </p:sp>
      <p:sp>
        <p:nvSpPr>
          <p:cNvPr id="77" name="Google Shape;77;p3"/>
          <p:cNvSpPr/>
          <p:nvPr/>
        </p:nvSpPr>
        <p:spPr>
          <a:xfrm rot="8100000">
            <a:off x="1847981" y="1814569"/>
            <a:ext cx="122612" cy="122612"/>
          </a:xfrm>
          <a:prstGeom prst="teardrop">
            <a:avLst>
              <a:gd fmla="val 10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rot="8100000">
            <a:off x="6038981" y="2098419"/>
            <a:ext cx="122612" cy="122612"/>
          </a:xfrm>
          <a:prstGeom prst="teardrop">
            <a:avLst>
              <a:gd fmla="val 100000"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rot="8100000">
            <a:off x="7181981" y="2131769"/>
            <a:ext cx="122612" cy="122612"/>
          </a:xfrm>
          <a:prstGeom prst="teardrop">
            <a:avLst>
              <a:gd fmla="val 10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3"/>
          <p:cNvGrpSpPr/>
          <p:nvPr/>
        </p:nvGrpSpPr>
        <p:grpSpPr>
          <a:xfrm>
            <a:off x="-9525" y="2024075"/>
            <a:ext cx="9167825" cy="595300"/>
            <a:chOff x="-9525" y="4462475"/>
            <a:chExt cx="9167825" cy="595300"/>
          </a:xfrm>
        </p:grpSpPr>
        <p:sp>
          <p:nvSpPr>
            <p:cNvPr id="81" name="Google Shape;81;p3"/>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rgbClr val="3C78D8"/>
              </a:solidFill>
              <a:prstDash val="solid"/>
              <a:round/>
              <a:headEnd len="med" w="med" type="none"/>
              <a:tailEnd len="med" w="med" type="none"/>
            </a:ln>
          </p:spPr>
        </p:sp>
        <p:sp>
          <p:nvSpPr>
            <p:cNvPr id="82" name="Google Shape;82;p3"/>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rgbClr val="3C78D8"/>
              </a:solidFill>
              <a:prstDash val="solid"/>
              <a:round/>
              <a:headEnd len="med" w="med" type="none"/>
              <a:tailEnd len="med" w="med" type="none"/>
            </a:ln>
          </p:spPr>
        </p:sp>
        <p:sp>
          <p:nvSpPr>
            <p:cNvPr id="83" name="Google Shape;83;p3"/>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rgbClr val="3C78D8"/>
              </a:solidFill>
              <a:prstDash val="solid"/>
              <a:round/>
              <a:headEnd len="med" w="med" type="none"/>
              <a:tailEnd len="med" w="med" type="none"/>
            </a:ln>
          </p:spPr>
        </p:sp>
      </p:grpSp>
      <p:grpSp>
        <p:nvGrpSpPr>
          <p:cNvPr id="84" name="Google Shape;84;p3"/>
          <p:cNvGrpSpPr/>
          <p:nvPr/>
        </p:nvGrpSpPr>
        <p:grpSpPr>
          <a:xfrm>
            <a:off x="-42837" y="2005088"/>
            <a:ext cx="9229575" cy="642787"/>
            <a:chOff x="-42837" y="4443488"/>
            <a:chExt cx="9229575" cy="642787"/>
          </a:xfrm>
        </p:grpSpPr>
        <p:sp>
          <p:nvSpPr>
            <p:cNvPr id="85" name="Google Shape;85;p3"/>
            <p:cNvSpPr/>
            <p:nvPr/>
          </p:nvSpPr>
          <p:spPr>
            <a:xfrm>
              <a:off x="1114450" y="49006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1495450" y="502927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3"/>
            <p:cNvSpPr/>
            <p:nvPr/>
          </p:nvSpPr>
          <p:spPr>
            <a:xfrm>
              <a:off x="733450" y="49721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3"/>
            <p:cNvSpPr/>
            <p:nvPr/>
          </p:nvSpPr>
          <p:spPr>
            <a:xfrm>
              <a:off x="352450" y="49626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
            <p:cNvSpPr/>
            <p:nvPr/>
          </p:nvSpPr>
          <p:spPr>
            <a:xfrm>
              <a:off x="-42837" y="46054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
            <p:cNvSpPr/>
            <p:nvPr/>
          </p:nvSpPr>
          <p:spPr>
            <a:xfrm>
              <a:off x="1876450" y="48340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
            <p:cNvSpPr/>
            <p:nvPr/>
          </p:nvSpPr>
          <p:spPr>
            <a:xfrm>
              <a:off x="2257450" y="48292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
            <p:cNvSpPr/>
            <p:nvPr/>
          </p:nvSpPr>
          <p:spPr>
            <a:xfrm>
              <a:off x="2638450" y="454826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
            <p:cNvSpPr/>
            <p:nvPr/>
          </p:nvSpPr>
          <p:spPr>
            <a:xfrm>
              <a:off x="3019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
            <p:cNvSpPr/>
            <p:nvPr/>
          </p:nvSpPr>
          <p:spPr>
            <a:xfrm>
              <a:off x="3400450" y="46149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
            <p:cNvSpPr/>
            <p:nvPr/>
          </p:nvSpPr>
          <p:spPr>
            <a:xfrm>
              <a:off x="3781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
            <p:cNvSpPr/>
            <p:nvPr/>
          </p:nvSpPr>
          <p:spPr>
            <a:xfrm>
              <a:off x="4162450" y="49483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
            <p:cNvSpPr/>
            <p:nvPr/>
          </p:nvSpPr>
          <p:spPr>
            <a:xfrm>
              <a:off x="4543450" y="4667325"/>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
            <p:cNvSpPr/>
            <p:nvPr/>
          </p:nvSpPr>
          <p:spPr>
            <a:xfrm>
              <a:off x="4924450" y="45435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
            <p:cNvSpPr/>
            <p:nvPr/>
          </p:nvSpPr>
          <p:spPr>
            <a:xfrm>
              <a:off x="5305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3"/>
            <p:cNvSpPr/>
            <p:nvPr/>
          </p:nvSpPr>
          <p:spPr>
            <a:xfrm>
              <a:off x="5686450" y="47721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
            <p:cNvSpPr/>
            <p:nvPr/>
          </p:nvSpPr>
          <p:spPr>
            <a:xfrm>
              <a:off x="6067450" y="484830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
            <p:cNvSpPr/>
            <p:nvPr/>
          </p:nvSpPr>
          <p:spPr>
            <a:xfrm>
              <a:off x="6448450" y="472923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
            <p:cNvSpPr/>
            <p:nvPr/>
          </p:nvSpPr>
          <p:spPr>
            <a:xfrm>
              <a:off x="6829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
            <p:cNvSpPr/>
            <p:nvPr/>
          </p:nvSpPr>
          <p:spPr>
            <a:xfrm>
              <a:off x="7210450" y="5024513"/>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
            <p:cNvSpPr/>
            <p:nvPr/>
          </p:nvSpPr>
          <p:spPr>
            <a:xfrm>
              <a:off x="7591450" y="44434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
            <p:cNvSpPr/>
            <p:nvPr/>
          </p:nvSpPr>
          <p:spPr>
            <a:xfrm>
              <a:off x="7972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
            <p:cNvSpPr/>
            <p:nvPr/>
          </p:nvSpPr>
          <p:spPr>
            <a:xfrm>
              <a:off x="8353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
            <p:cNvSpPr/>
            <p:nvPr/>
          </p:nvSpPr>
          <p:spPr>
            <a:xfrm>
              <a:off x="8734450" y="4557788"/>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
            <p:cNvSpPr/>
            <p:nvPr/>
          </p:nvSpPr>
          <p:spPr>
            <a:xfrm>
              <a:off x="9129738" y="4867350"/>
              <a:ext cx="57000" cy="57000"/>
            </a:xfrm>
            <a:prstGeom prst="ellipse">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 name="Google Shape;110;p3"/>
          <p:cNvSpPr/>
          <p:nvPr/>
        </p:nvSpPr>
        <p:spPr>
          <a:xfrm>
            <a:off x="2990700" y="214780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
          <p:cNvSpPr/>
          <p:nvPr/>
        </p:nvSpPr>
        <p:spPr>
          <a:xfrm>
            <a:off x="1085700" y="2433550"/>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
          <p:cNvSpPr/>
          <p:nvPr/>
        </p:nvSpPr>
        <p:spPr>
          <a:xfrm>
            <a:off x="4895700" y="2077632"/>
            <a:ext cx="114600" cy="114600"/>
          </a:xfrm>
          <a:prstGeom prst="ellipse">
            <a:avLst/>
          </a:prstGeom>
          <a:noFill/>
          <a:ln cap="flat" cmpd="sng" w="952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rot="8100000">
            <a:off x="8699949" y="1890769"/>
            <a:ext cx="122612" cy="122612"/>
          </a:xfrm>
          <a:prstGeom prst="teardrop">
            <a:avLst>
              <a:gd fmla="val 100000"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
          <p:cNvSpPr txBox="1"/>
          <p:nvPr>
            <p:ph type="ctrTitle"/>
          </p:nvPr>
        </p:nvSpPr>
        <p:spPr>
          <a:xfrm>
            <a:off x="2309350" y="3031150"/>
            <a:ext cx="5214600" cy="1159800"/>
          </a:xfrm>
          <a:prstGeom prst="rect">
            <a:avLst/>
          </a:prstGeom>
        </p:spPr>
        <p:txBody>
          <a:bodyPr anchorCtr="0" anchor="b" bIns="91425" lIns="91425" spcFirstLastPara="1" rIns="91425" wrap="square" tIns="91425">
            <a:noAutofit/>
          </a:bodyPr>
          <a:lstStyle>
            <a:lvl1pPr lvl="0" rtl="0" algn="r">
              <a:spcBef>
                <a:spcPts val="0"/>
              </a:spcBef>
              <a:spcAft>
                <a:spcPts val="0"/>
              </a:spcAft>
              <a:buClr>
                <a:srgbClr val="FFFFFF"/>
              </a:buClr>
              <a:buSzPts val="3600"/>
              <a:buNone/>
              <a:defRPr sz="3600">
                <a:solidFill>
                  <a:srgbClr val="FFFFFF"/>
                </a:solidFill>
              </a:defRPr>
            </a:lvl1pPr>
            <a:lvl2pPr lvl="1" rtl="0" algn="r">
              <a:spcBef>
                <a:spcPts val="0"/>
              </a:spcBef>
              <a:spcAft>
                <a:spcPts val="0"/>
              </a:spcAft>
              <a:buClr>
                <a:srgbClr val="FFFFFF"/>
              </a:buClr>
              <a:buSzPts val="3600"/>
              <a:buNone/>
              <a:defRPr sz="3600">
                <a:solidFill>
                  <a:srgbClr val="FFFFFF"/>
                </a:solidFill>
              </a:defRPr>
            </a:lvl2pPr>
            <a:lvl3pPr lvl="2" rtl="0" algn="r">
              <a:spcBef>
                <a:spcPts val="0"/>
              </a:spcBef>
              <a:spcAft>
                <a:spcPts val="0"/>
              </a:spcAft>
              <a:buClr>
                <a:srgbClr val="FFFFFF"/>
              </a:buClr>
              <a:buSzPts val="3600"/>
              <a:buNone/>
              <a:defRPr sz="3600">
                <a:solidFill>
                  <a:srgbClr val="FFFFFF"/>
                </a:solidFill>
              </a:defRPr>
            </a:lvl3pPr>
            <a:lvl4pPr lvl="3" rtl="0" algn="r">
              <a:spcBef>
                <a:spcPts val="0"/>
              </a:spcBef>
              <a:spcAft>
                <a:spcPts val="0"/>
              </a:spcAft>
              <a:buClr>
                <a:srgbClr val="FFFFFF"/>
              </a:buClr>
              <a:buSzPts val="3600"/>
              <a:buNone/>
              <a:defRPr sz="3600">
                <a:solidFill>
                  <a:srgbClr val="FFFFFF"/>
                </a:solidFill>
              </a:defRPr>
            </a:lvl4pPr>
            <a:lvl5pPr lvl="4" rtl="0" algn="r">
              <a:spcBef>
                <a:spcPts val="0"/>
              </a:spcBef>
              <a:spcAft>
                <a:spcPts val="0"/>
              </a:spcAft>
              <a:buClr>
                <a:srgbClr val="FFFFFF"/>
              </a:buClr>
              <a:buSzPts val="3600"/>
              <a:buNone/>
              <a:defRPr sz="3600">
                <a:solidFill>
                  <a:srgbClr val="FFFFFF"/>
                </a:solidFill>
              </a:defRPr>
            </a:lvl5pPr>
            <a:lvl6pPr lvl="5" rtl="0" algn="r">
              <a:spcBef>
                <a:spcPts val="0"/>
              </a:spcBef>
              <a:spcAft>
                <a:spcPts val="0"/>
              </a:spcAft>
              <a:buClr>
                <a:srgbClr val="FFFFFF"/>
              </a:buClr>
              <a:buSzPts val="3600"/>
              <a:buNone/>
              <a:defRPr sz="3600">
                <a:solidFill>
                  <a:srgbClr val="FFFFFF"/>
                </a:solidFill>
              </a:defRPr>
            </a:lvl6pPr>
            <a:lvl7pPr lvl="6" rtl="0" algn="r">
              <a:spcBef>
                <a:spcPts val="0"/>
              </a:spcBef>
              <a:spcAft>
                <a:spcPts val="0"/>
              </a:spcAft>
              <a:buClr>
                <a:srgbClr val="FFFFFF"/>
              </a:buClr>
              <a:buSzPts val="3600"/>
              <a:buNone/>
              <a:defRPr sz="3600">
                <a:solidFill>
                  <a:srgbClr val="FFFFFF"/>
                </a:solidFill>
              </a:defRPr>
            </a:lvl7pPr>
            <a:lvl8pPr lvl="7" rtl="0" algn="r">
              <a:spcBef>
                <a:spcPts val="0"/>
              </a:spcBef>
              <a:spcAft>
                <a:spcPts val="0"/>
              </a:spcAft>
              <a:buClr>
                <a:srgbClr val="FFFFFF"/>
              </a:buClr>
              <a:buSzPts val="3600"/>
              <a:buNone/>
              <a:defRPr sz="3600">
                <a:solidFill>
                  <a:srgbClr val="FFFFFF"/>
                </a:solidFill>
              </a:defRPr>
            </a:lvl8pPr>
            <a:lvl9pPr lvl="8" rtl="0" algn="r">
              <a:spcBef>
                <a:spcPts val="0"/>
              </a:spcBef>
              <a:spcAft>
                <a:spcPts val="0"/>
              </a:spcAft>
              <a:buClr>
                <a:srgbClr val="FFFFFF"/>
              </a:buClr>
              <a:buSzPts val="3600"/>
              <a:buNone/>
              <a:defRPr sz="3600">
                <a:solidFill>
                  <a:srgbClr val="FFFFFF"/>
                </a:solidFill>
              </a:defRPr>
            </a:lvl9pPr>
          </a:lstStyle>
          <a:p/>
        </p:txBody>
      </p:sp>
      <p:sp>
        <p:nvSpPr>
          <p:cNvPr id="115" name="Google Shape;115;p3"/>
          <p:cNvSpPr txBox="1"/>
          <p:nvPr>
            <p:ph idx="1" type="subTitle"/>
          </p:nvPr>
        </p:nvSpPr>
        <p:spPr>
          <a:xfrm>
            <a:off x="2309441" y="4059250"/>
            <a:ext cx="5214600" cy="784800"/>
          </a:xfrm>
          <a:prstGeom prst="rect">
            <a:avLst/>
          </a:prstGeom>
        </p:spPr>
        <p:txBody>
          <a:bodyPr anchorCtr="0" anchor="t" bIns="91425" lIns="91425" spcFirstLastPara="1" rIns="91425" wrap="square" tIns="91425">
            <a:noAutofit/>
          </a:bodyPr>
          <a:lstStyle>
            <a:lvl1pPr lvl="0" rtl="0" algn="r">
              <a:spcBef>
                <a:spcPts val="0"/>
              </a:spcBef>
              <a:spcAft>
                <a:spcPts val="0"/>
              </a:spcAft>
              <a:buClr>
                <a:srgbClr val="FFFFFF"/>
              </a:buClr>
              <a:buSzPts val="2000"/>
              <a:buNone/>
              <a:defRPr>
                <a:solidFill>
                  <a:srgbClr val="FFFFFF"/>
                </a:solidFill>
              </a:defRPr>
            </a:lvl1pPr>
            <a:lvl2pPr lvl="1" rtl="0" algn="r">
              <a:spcBef>
                <a:spcPts val="0"/>
              </a:spcBef>
              <a:spcAft>
                <a:spcPts val="0"/>
              </a:spcAft>
              <a:buClr>
                <a:srgbClr val="FFFFFF"/>
              </a:buClr>
              <a:buSzPts val="3000"/>
              <a:buNone/>
              <a:defRPr sz="3000">
                <a:solidFill>
                  <a:srgbClr val="FFFFFF"/>
                </a:solidFill>
              </a:defRPr>
            </a:lvl2pPr>
            <a:lvl3pPr lvl="2" rtl="0" algn="r">
              <a:spcBef>
                <a:spcPts val="0"/>
              </a:spcBef>
              <a:spcAft>
                <a:spcPts val="0"/>
              </a:spcAft>
              <a:buClr>
                <a:srgbClr val="FFFFFF"/>
              </a:buClr>
              <a:buSzPts val="3000"/>
              <a:buNone/>
              <a:defRPr sz="3000">
                <a:solidFill>
                  <a:srgbClr val="FFFFFF"/>
                </a:solidFill>
              </a:defRPr>
            </a:lvl3pPr>
            <a:lvl4pPr lvl="3" rtl="0" algn="r">
              <a:spcBef>
                <a:spcPts val="0"/>
              </a:spcBef>
              <a:spcAft>
                <a:spcPts val="0"/>
              </a:spcAft>
              <a:buClr>
                <a:srgbClr val="FFFFFF"/>
              </a:buClr>
              <a:buSzPts val="3000"/>
              <a:buNone/>
              <a:defRPr sz="3000">
                <a:solidFill>
                  <a:srgbClr val="FFFFFF"/>
                </a:solidFill>
              </a:defRPr>
            </a:lvl4pPr>
            <a:lvl5pPr lvl="4" rtl="0" algn="r">
              <a:spcBef>
                <a:spcPts val="0"/>
              </a:spcBef>
              <a:spcAft>
                <a:spcPts val="0"/>
              </a:spcAft>
              <a:buClr>
                <a:srgbClr val="FFFFFF"/>
              </a:buClr>
              <a:buSzPts val="3000"/>
              <a:buNone/>
              <a:defRPr sz="3000">
                <a:solidFill>
                  <a:srgbClr val="FFFFFF"/>
                </a:solidFill>
              </a:defRPr>
            </a:lvl5pPr>
            <a:lvl6pPr lvl="5" rtl="0" algn="r">
              <a:spcBef>
                <a:spcPts val="0"/>
              </a:spcBef>
              <a:spcAft>
                <a:spcPts val="0"/>
              </a:spcAft>
              <a:buClr>
                <a:srgbClr val="FFFFFF"/>
              </a:buClr>
              <a:buSzPts val="3000"/>
              <a:buNone/>
              <a:defRPr sz="3000">
                <a:solidFill>
                  <a:srgbClr val="FFFFFF"/>
                </a:solidFill>
              </a:defRPr>
            </a:lvl6pPr>
            <a:lvl7pPr lvl="6" rtl="0" algn="r">
              <a:spcBef>
                <a:spcPts val="0"/>
              </a:spcBef>
              <a:spcAft>
                <a:spcPts val="0"/>
              </a:spcAft>
              <a:buClr>
                <a:srgbClr val="FFFFFF"/>
              </a:buClr>
              <a:buSzPts val="3000"/>
              <a:buNone/>
              <a:defRPr sz="3000">
                <a:solidFill>
                  <a:srgbClr val="FFFFFF"/>
                </a:solidFill>
              </a:defRPr>
            </a:lvl7pPr>
            <a:lvl8pPr lvl="7" rtl="0" algn="r">
              <a:spcBef>
                <a:spcPts val="0"/>
              </a:spcBef>
              <a:spcAft>
                <a:spcPts val="0"/>
              </a:spcAft>
              <a:buClr>
                <a:srgbClr val="FFFFFF"/>
              </a:buClr>
              <a:buSzPts val="3000"/>
              <a:buNone/>
              <a:defRPr sz="3000">
                <a:solidFill>
                  <a:srgbClr val="FFFFFF"/>
                </a:solidFill>
              </a:defRPr>
            </a:lvl8pPr>
            <a:lvl9pPr lvl="8" rtl="0" algn="r">
              <a:spcBef>
                <a:spcPts val="0"/>
              </a:spcBef>
              <a:spcAft>
                <a:spcPts val="0"/>
              </a:spcAft>
              <a:buClr>
                <a:srgbClr val="FFFFFF"/>
              </a:buClr>
              <a:buSzPts val="3000"/>
              <a:buNone/>
              <a:defRPr sz="3000">
                <a:solidFill>
                  <a:srgbClr val="FFFFFF"/>
                </a:solidFill>
              </a:defRPr>
            </a:lvl9pPr>
          </a:lstStyle>
          <a:p/>
        </p:txBody>
      </p:sp>
      <p:sp>
        <p:nvSpPr>
          <p:cNvPr id="116" name="Google Shape;116;p3"/>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117" name="Shape 117"/>
        <p:cNvGrpSpPr/>
        <p:nvPr/>
      </p:nvGrpSpPr>
      <p:grpSpPr>
        <a:xfrm>
          <a:off x="0" y="0"/>
          <a:ext cx="0" cy="0"/>
          <a:chOff x="0" y="0"/>
          <a:chExt cx="0" cy="0"/>
        </a:xfrm>
      </p:grpSpPr>
      <p:sp>
        <p:nvSpPr>
          <p:cNvPr id="118" name="Google Shape;118;p4"/>
          <p:cNvSpPr txBox="1"/>
          <p:nvPr>
            <p:ph idx="1" type="body"/>
          </p:nvPr>
        </p:nvSpPr>
        <p:spPr>
          <a:xfrm>
            <a:off x="1519975" y="2161800"/>
            <a:ext cx="6104100" cy="819900"/>
          </a:xfrm>
          <a:prstGeom prst="rect">
            <a:avLst/>
          </a:prstGeom>
        </p:spPr>
        <p:txBody>
          <a:bodyPr anchorCtr="0" anchor="ctr" bIns="91425" lIns="91425" spcFirstLastPara="1" rIns="91425" wrap="square" tIns="91425">
            <a:noAutofit/>
          </a:bodyPr>
          <a:lstStyle>
            <a:lvl1pPr indent="-419100" lvl="0" marL="457200" rtl="0" algn="ctr">
              <a:spcBef>
                <a:spcPts val="600"/>
              </a:spcBef>
              <a:spcAft>
                <a:spcPts val="0"/>
              </a:spcAft>
              <a:buSzPts val="3000"/>
              <a:buChar char="◉"/>
              <a:defRPr i="1" sz="3000"/>
            </a:lvl1pPr>
            <a:lvl2pPr indent="-419100" lvl="1" marL="914400" rtl="0" algn="ctr">
              <a:spcBef>
                <a:spcPts val="0"/>
              </a:spcBef>
              <a:spcAft>
                <a:spcPts val="0"/>
              </a:spcAft>
              <a:buSzPts val="3000"/>
              <a:buChar char="◉"/>
              <a:defRPr i="1" sz="3000"/>
            </a:lvl2pPr>
            <a:lvl3pPr indent="-419100" lvl="2" marL="1371600" rtl="0" algn="ctr">
              <a:spcBef>
                <a:spcPts val="0"/>
              </a:spcBef>
              <a:spcAft>
                <a:spcPts val="0"/>
              </a:spcAft>
              <a:buSzPts val="3000"/>
              <a:buChar char="■"/>
              <a:defRPr i="1" sz="3000"/>
            </a:lvl3pPr>
            <a:lvl4pPr indent="-419100" lvl="3" marL="1828800" rtl="0" algn="ctr">
              <a:spcBef>
                <a:spcPts val="0"/>
              </a:spcBef>
              <a:spcAft>
                <a:spcPts val="0"/>
              </a:spcAft>
              <a:buSzPts val="3000"/>
              <a:buChar char="●"/>
              <a:defRPr i="1" sz="3000"/>
            </a:lvl4pPr>
            <a:lvl5pPr indent="-419100" lvl="4" marL="2286000" rtl="0" algn="ctr">
              <a:spcBef>
                <a:spcPts val="0"/>
              </a:spcBef>
              <a:spcAft>
                <a:spcPts val="0"/>
              </a:spcAft>
              <a:buSzPts val="3000"/>
              <a:buChar char="○"/>
              <a:defRPr i="1" sz="3000"/>
            </a:lvl5pPr>
            <a:lvl6pPr indent="-419100" lvl="5" marL="2743200" rtl="0" algn="ctr">
              <a:spcBef>
                <a:spcPts val="0"/>
              </a:spcBef>
              <a:spcAft>
                <a:spcPts val="0"/>
              </a:spcAft>
              <a:buSzPts val="3000"/>
              <a:buChar char="■"/>
              <a:defRPr i="1" sz="3000"/>
            </a:lvl6pPr>
            <a:lvl7pPr indent="-419100" lvl="6" marL="3200400" rtl="0" algn="ctr">
              <a:spcBef>
                <a:spcPts val="0"/>
              </a:spcBef>
              <a:spcAft>
                <a:spcPts val="0"/>
              </a:spcAft>
              <a:buSzPts val="3000"/>
              <a:buChar char="●"/>
              <a:defRPr i="1" sz="3000"/>
            </a:lvl7pPr>
            <a:lvl8pPr indent="-419100" lvl="7" marL="3657600" rtl="0" algn="ctr">
              <a:spcBef>
                <a:spcPts val="0"/>
              </a:spcBef>
              <a:spcAft>
                <a:spcPts val="0"/>
              </a:spcAft>
              <a:buSzPts val="3000"/>
              <a:buChar char="○"/>
              <a:defRPr i="1" sz="3000"/>
            </a:lvl8pPr>
            <a:lvl9pPr indent="-419100" lvl="8" marL="4114800" algn="ctr">
              <a:spcBef>
                <a:spcPts val="0"/>
              </a:spcBef>
              <a:spcAft>
                <a:spcPts val="0"/>
              </a:spcAft>
              <a:buSzPts val="3000"/>
              <a:buChar char="■"/>
              <a:defRPr i="1" sz="3000"/>
            </a:lvl9pPr>
          </a:lstStyle>
          <a:p/>
        </p:txBody>
      </p:sp>
      <p:sp>
        <p:nvSpPr>
          <p:cNvPr id="119" name="Google Shape;119;p4"/>
          <p:cNvSpPr txBox="1"/>
          <p:nvPr/>
        </p:nvSpPr>
        <p:spPr>
          <a:xfrm>
            <a:off x="3593400" y="552769"/>
            <a:ext cx="1957200" cy="65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600">
                <a:solidFill>
                  <a:schemeClr val="accent1"/>
                </a:solidFill>
              </a:rPr>
              <a:t>“</a:t>
            </a:r>
            <a:endParaRPr sz="9600">
              <a:solidFill>
                <a:schemeClr val="accent1"/>
              </a:solidFill>
            </a:endParaRPr>
          </a:p>
        </p:txBody>
      </p:sp>
      <p:sp>
        <p:nvSpPr>
          <p:cNvPr id="120" name="Google Shape;120;p4"/>
          <p:cNvSpPr/>
          <p:nvPr/>
        </p:nvSpPr>
        <p:spPr>
          <a:xfrm>
            <a:off x="-28575" y="4446775"/>
            <a:ext cx="9191625" cy="712478"/>
          </a:xfrm>
          <a:custGeom>
            <a:rect b="b" l="l" r="r" t="t"/>
            <a:pathLst>
              <a:path extrusionOk="0" h="41339" w="367665">
                <a:moveTo>
                  <a:pt x="381" y="381"/>
                </a:moveTo>
                <a:lnTo>
                  <a:pt x="16574" y="16383"/>
                </a:lnTo>
                <a:lnTo>
                  <a:pt x="31623" y="7430"/>
                </a:lnTo>
                <a:lnTo>
                  <a:pt x="62484" y="7239"/>
                </a:lnTo>
                <a:lnTo>
                  <a:pt x="77724" y="0"/>
                </a:lnTo>
                <a:lnTo>
                  <a:pt x="92964" y="19622"/>
                </a:lnTo>
                <a:lnTo>
                  <a:pt x="108014" y="30861"/>
                </a:lnTo>
                <a:lnTo>
                  <a:pt x="123063" y="30671"/>
                </a:lnTo>
                <a:lnTo>
                  <a:pt x="139065" y="15050"/>
                </a:lnTo>
                <a:lnTo>
                  <a:pt x="154115" y="11430"/>
                </a:lnTo>
                <a:lnTo>
                  <a:pt x="168783" y="3408"/>
                </a:lnTo>
                <a:lnTo>
                  <a:pt x="184404" y="21527"/>
                </a:lnTo>
                <a:lnTo>
                  <a:pt x="199644" y="22155"/>
                </a:lnTo>
                <a:lnTo>
                  <a:pt x="214694" y="36386"/>
                </a:lnTo>
                <a:lnTo>
                  <a:pt x="230124" y="36386"/>
                </a:lnTo>
                <a:lnTo>
                  <a:pt x="246126" y="29147"/>
                </a:lnTo>
                <a:lnTo>
                  <a:pt x="261176" y="29147"/>
                </a:lnTo>
                <a:lnTo>
                  <a:pt x="275463" y="16574"/>
                </a:lnTo>
                <a:lnTo>
                  <a:pt x="291656" y="24384"/>
                </a:lnTo>
                <a:lnTo>
                  <a:pt x="305943" y="11811"/>
                </a:lnTo>
                <a:lnTo>
                  <a:pt x="336804" y="11621"/>
                </a:lnTo>
                <a:lnTo>
                  <a:pt x="351854" y="16383"/>
                </a:lnTo>
                <a:lnTo>
                  <a:pt x="367665" y="4001"/>
                </a:lnTo>
                <a:lnTo>
                  <a:pt x="367284" y="41339"/>
                </a:lnTo>
                <a:lnTo>
                  <a:pt x="0" y="41339"/>
                </a:lnTo>
                <a:close/>
              </a:path>
            </a:pathLst>
          </a:custGeom>
          <a:solidFill>
            <a:schemeClr val="accent5"/>
          </a:solidFill>
          <a:ln>
            <a:noFill/>
          </a:ln>
        </p:spPr>
      </p:sp>
      <p:sp>
        <p:nvSpPr>
          <p:cNvPr id="121" name="Google Shape;121;p4"/>
          <p:cNvSpPr/>
          <p:nvPr/>
        </p:nvSpPr>
        <p:spPr>
          <a:xfrm>
            <a:off x="-28575" y="4578111"/>
            <a:ext cx="9191625" cy="584439"/>
          </a:xfrm>
          <a:custGeom>
            <a:rect b="b" l="l" r="r" t="t"/>
            <a:pathLst>
              <a:path extrusionOk="0" h="33910" w="367665">
                <a:moveTo>
                  <a:pt x="381" y="8001"/>
                </a:moveTo>
                <a:lnTo>
                  <a:pt x="16764" y="16266"/>
                </a:lnTo>
                <a:lnTo>
                  <a:pt x="47244" y="16266"/>
                </a:lnTo>
                <a:lnTo>
                  <a:pt x="62484" y="9925"/>
                </a:lnTo>
                <a:lnTo>
                  <a:pt x="77724" y="23434"/>
                </a:lnTo>
                <a:lnTo>
                  <a:pt x="92964" y="23434"/>
                </a:lnTo>
                <a:lnTo>
                  <a:pt x="107442" y="16266"/>
                </a:lnTo>
                <a:lnTo>
                  <a:pt x="122682" y="11855"/>
                </a:lnTo>
                <a:lnTo>
                  <a:pt x="138684" y="11855"/>
                </a:lnTo>
                <a:lnTo>
                  <a:pt x="153924" y="15714"/>
                </a:lnTo>
                <a:lnTo>
                  <a:pt x="168783" y="11028"/>
                </a:lnTo>
                <a:lnTo>
                  <a:pt x="184023" y="18471"/>
                </a:lnTo>
                <a:lnTo>
                  <a:pt x="199644" y="29775"/>
                </a:lnTo>
                <a:lnTo>
                  <a:pt x="214122" y="22055"/>
                </a:lnTo>
                <a:lnTo>
                  <a:pt x="229743" y="22055"/>
                </a:lnTo>
                <a:lnTo>
                  <a:pt x="245364" y="8546"/>
                </a:lnTo>
                <a:lnTo>
                  <a:pt x="260604" y="16266"/>
                </a:lnTo>
                <a:lnTo>
                  <a:pt x="275844" y="16266"/>
                </a:lnTo>
                <a:lnTo>
                  <a:pt x="291084" y="9925"/>
                </a:lnTo>
                <a:lnTo>
                  <a:pt x="321564" y="9925"/>
                </a:lnTo>
                <a:lnTo>
                  <a:pt x="336804" y="23158"/>
                </a:lnTo>
                <a:lnTo>
                  <a:pt x="351282" y="18471"/>
                </a:lnTo>
                <a:lnTo>
                  <a:pt x="367665" y="0"/>
                </a:lnTo>
                <a:lnTo>
                  <a:pt x="367665" y="33910"/>
                </a:lnTo>
                <a:lnTo>
                  <a:pt x="0" y="33910"/>
                </a:lnTo>
                <a:close/>
              </a:path>
            </a:pathLst>
          </a:custGeom>
          <a:solidFill>
            <a:srgbClr val="00CEF6">
              <a:alpha val="73460"/>
            </a:srgbClr>
          </a:solidFill>
          <a:ln>
            <a:noFill/>
          </a:ln>
        </p:spPr>
      </p:sp>
      <p:sp>
        <p:nvSpPr>
          <p:cNvPr id="122" name="Google Shape;122;p4"/>
          <p:cNvSpPr/>
          <p:nvPr/>
        </p:nvSpPr>
        <p:spPr>
          <a:xfrm rot="8100000">
            <a:off x="1847981" y="4252969"/>
            <a:ext cx="122612" cy="122612"/>
          </a:xfrm>
          <a:prstGeom prst="teardrop">
            <a:avLst>
              <a:gd fmla="val 10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
          <p:cNvSpPr/>
          <p:nvPr/>
        </p:nvSpPr>
        <p:spPr>
          <a:xfrm rot="8100000">
            <a:off x="6038981" y="4536819"/>
            <a:ext cx="122612" cy="122612"/>
          </a:xfrm>
          <a:prstGeom prst="teardrop">
            <a:avLst>
              <a:gd fmla="val 100000"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
          <p:cNvSpPr/>
          <p:nvPr/>
        </p:nvSpPr>
        <p:spPr>
          <a:xfrm rot="8100000">
            <a:off x="7181981" y="4570169"/>
            <a:ext cx="122612" cy="122612"/>
          </a:xfrm>
          <a:prstGeom prst="teardrop">
            <a:avLst>
              <a:gd fmla="val 10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5" name="Google Shape;125;p4"/>
          <p:cNvGrpSpPr/>
          <p:nvPr/>
        </p:nvGrpSpPr>
        <p:grpSpPr>
          <a:xfrm>
            <a:off x="-9525" y="4462475"/>
            <a:ext cx="9167825" cy="595300"/>
            <a:chOff x="-9525" y="4462475"/>
            <a:chExt cx="9167825" cy="595300"/>
          </a:xfrm>
        </p:grpSpPr>
        <p:sp>
          <p:nvSpPr>
            <p:cNvPr id="126" name="Google Shape;126;p4"/>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chemeClr val="accent2"/>
              </a:solidFill>
              <a:prstDash val="solid"/>
              <a:round/>
              <a:headEnd len="med" w="med" type="none"/>
              <a:tailEnd len="med" w="med" type="none"/>
            </a:ln>
          </p:spPr>
        </p:sp>
        <p:sp>
          <p:nvSpPr>
            <p:cNvPr id="127" name="Google Shape;127;p4"/>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chemeClr val="accent2"/>
              </a:solidFill>
              <a:prstDash val="solid"/>
              <a:round/>
              <a:headEnd len="med" w="med" type="none"/>
              <a:tailEnd len="med" w="med" type="none"/>
            </a:ln>
          </p:spPr>
        </p:sp>
        <p:sp>
          <p:nvSpPr>
            <p:cNvPr id="128" name="Google Shape;128;p4"/>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chemeClr val="accent2"/>
              </a:solidFill>
              <a:prstDash val="solid"/>
              <a:round/>
              <a:headEnd len="med" w="med" type="none"/>
              <a:tailEnd len="med" w="med" type="none"/>
            </a:ln>
          </p:spPr>
        </p:sp>
      </p:grpSp>
      <p:grpSp>
        <p:nvGrpSpPr>
          <p:cNvPr id="129" name="Google Shape;129;p4"/>
          <p:cNvGrpSpPr/>
          <p:nvPr/>
        </p:nvGrpSpPr>
        <p:grpSpPr>
          <a:xfrm>
            <a:off x="-42837" y="4443488"/>
            <a:ext cx="9229575" cy="642787"/>
            <a:chOff x="-42837" y="4443488"/>
            <a:chExt cx="9229575" cy="642787"/>
          </a:xfrm>
        </p:grpSpPr>
        <p:sp>
          <p:nvSpPr>
            <p:cNvPr id="130" name="Google Shape;130;p4"/>
            <p:cNvSpPr/>
            <p:nvPr/>
          </p:nvSpPr>
          <p:spPr>
            <a:xfrm>
              <a:off x="1114450" y="49006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4"/>
            <p:cNvSpPr/>
            <p:nvPr/>
          </p:nvSpPr>
          <p:spPr>
            <a:xfrm>
              <a:off x="1495450" y="502927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
            <p:cNvSpPr/>
            <p:nvPr/>
          </p:nvSpPr>
          <p:spPr>
            <a:xfrm>
              <a:off x="733450" y="497212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p:nvPr/>
          </p:nvSpPr>
          <p:spPr>
            <a:xfrm>
              <a:off x="352450" y="49626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
            <p:cNvSpPr/>
            <p:nvPr/>
          </p:nvSpPr>
          <p:spPr>
            <a:xfrm>
              <a:off x="-42837" y="46054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
            <p:cNvSpPr/>
            <p:nvPr/>
          </p:nvSpPr>
          <p:spPr>
            <a:xfrm>
              <a:off x="1876450" y="48340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
            <p:cNvSpPr/>
            <p:nvPr/>
          </p:nvSpPr>
          <p:spPr>
            <a:xfrm>
              <a:off x="2257450" y="482925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4"/>
            <p:cNvSpPr/>
            <p:nvPr/>
          </p:nvSpPr>
          <p:spPr>
            <a:xfrm>
              <a:off x="2638450" y="454826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4"/>
            <p:cNvSpPr/>
            <p:nvPr/>
          </p:nvSpPr>
          <p:spPr>
            <a:xfrm>
              <a:off x="3019450" y="46149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
            <p:cNvSpPr/>
            <p:nvPr/>
          </p:nvSpPr>
          <p:spPr>
            <a:xfrm>
              <a:off x="3400450" y="46149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p:nvPr/>
          </p:nvSpPr>
          <p:spPr>
            <a:xfrm>
              <a:off x="3781450" y="49483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
            <p:cNvSpPr/>
            <p:nvPr/>
          </p:nvSpPr>
          <p:spPr>
            <a:xfrm>
              <a:off x="4162450" y="49483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4543450" y="466732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4924450" y="45435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a:off x="5305450" y="47721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
            <p:cNvSpPr/>
            <p:nvPr/>
          </p:nvSpPr>
          <p:spPr>
            <a:xfrm>
              <a:off x="5686450" y="47721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
            <p:cNvSpPr/>
            <p:nvPr/>
          </p:nvSpPr>
          <p:spPr>
            <a:xfrm>
              <a:off x="6067450" y="48483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
            <p:cNvSpPr/>
            <p:nvPr/>
          </p:nvSpPr>
          <p:spPr>
            <a:xfrm>
              <a:off x="6448450" y="47292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4"/>
            <p:cNvSpPr/>
            <p:nvPr/>
          </p:nvSpPr>
          <p:spPr>
            <a:xfrm>
              <a:off x="6829450" y="50245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4"/>
            <p:cNvSpPr/>
            <p:nvPr/>
          </p:nvSpPr>
          <p:spPr>
            <a:xfrm>
              <a:off x="7210450" y="50245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4"/>
            <p:cNvSpPr/>
            <p:nvPr/>
          </p:nvSpPr>
          <p:spPr>
            <a:xfrm>
              <a:off x="7591450" y="44434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4"/>
            <p:cNvSpPr/>
            <p:nvPr/>
          </p:nvSpPr>
          <p:spPr>
            <a:xfrm>
              <a:off x="7972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4"/>
            <p:cNvSpPr/>
            <p:nvPr/>
          </p:nvSpPr>
          <p:spPr>
            <a:xfrm>
              <a:off x="8353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4"/>
            <p:cNvSpPr/>
            <p:nvPr/>
          </p:nvSpPr>
          <p:spPr>
            <a:xfrm>
              <a:off x="8734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4"/>
            <p:cNvSpPr/>
            <p:nvPr/>
          </p:nvSpPr>
          <p:spPr>
            <a:xfrm>
              <a:off x="9129738" y="486735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5" name="Google Shape;155;p4"/>
          <p:cNvSpPr/>
          <p:nvPr/>
        </p:nvSpPr>
        <p:spPr>
          <a:xfrm>
            <a:off x="2990700" y="4586200"/>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4"/>
          <p:cNvSpPr/>
          <p:nvPr/>
        </p:nvSpPr>
        <p:spPr>
          <a:xfrm>
            <a:off x="1085700" y="4871950"/>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4"/>
          <p:cNvSpPr/>
          <p:nvPr/>
        </p:nvSpPr>
        <p:spPr>
          <a:xfrm>
            <a:off x="4895700" y="4516032"/>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4"/>
          <p:cNvSpPr/>
          <p:nvPr/>
        </p:nvSpPr>
        <p:spPr>
          <a:xfrm rot="8100000">
            <a:off x="8699949" y="4329169"/>
            <a:ext cx="122612" cy="122612"/>
          </a:xfrm>
          <a:prstGeom prst="teardrop">
            <a:avLst>
              <a:gd fmla="val 100000"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4"/>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160" name="Shape 160"/>
        <p:cNvGrpSpPr/>
        <p:nvPr/>
      </p:nvGrpSpPr>
      <p:grpSpPr>
        <a:xfrm>
          <a:off x="0" y="0"/>
          <a:ext cx="0" cy="0"/>
          <a:chOff x="0" y="0"/>
          <a:chExt cx="0" cy="0"/>
        </a:xfrm>
      </p:grpSpPr>
      <p:sp>
        <p:nvSpPr>
          <p:cNvPr id="161" name="Google Shape;161;p5"/>
          <p:cNvSpPr/>
          <p:nvPr/>
        </p:nvSpPr>
        <p:spPr>
          <a:xfrm>
            <a:off x="-28575" y="4446775"/>
            <a:ext cx="9191625" cy="712478"/>
          </a:xfrm>
          <a:custGeom>
            <a:rect b="b" l="l" r="r" t="t"/>
            <a:pathLst>
              <a:path extrusionOk="0" h="41339" w="367665">
                <a:moveTo>
                  <a:pt x="381" y="381"/>
                </a:moveTo>
                <a:lnTo>
                  <a:pt x="16574" y="16383"/>
                </a:lnTo>
                <a:lnTo>
                  <a:pt x="31623" y="7430"/>
                </a:lnTo>
                <a:lnTo>
                  <a:pt x="62484" y="7239"/>
                </a:lnTo>
                <a:lnTo>
                  <a:pt x="77724" y="0"/>
                </a:lnTo>
                <a:lnTo>
                  <a:pt x="92964" y="19622"/>
                </a:lnTo>
                <a:lnTo>
                  <a:pt x="108014" y="30861"/>
                </a:lnTo>
                <a:lnTo>
                  <a:pt x="123063" y="30671"/>
                </a:lnTo>
                <a:lnTo>
                  <a:pt x="139065" y="15050"/>
                </a:lnTo>
                <a:lnTo>
                  <a:pt x="154115" y="11430"/>
                </a:lnTo>
                <a:lnTo>
                  <a:pt x="168783" y="3408"/>
                </a:lnTo>
                <a:lnTo>
                  <a:pt x="184404" y="21527"/>
                </a:lnTo>
                <a:lnTo>
                  <a:pt x="199644" y="22155"/>
                </a:lnTo>
                <a:lnTo>
                  <a:pt x="214694" y="36386"/>
                </a:lnTo>
                <a:lnTo>
                  <a:pt x="230124" y="36386"/>
                </a:lnTo>
                <a:lnTo>
                  <a:pt x="246126" y="29147"/>
                </a:lnTo>
                <a:lnTo>
                  <a:pt x="261176" y="29147"/>
                </a:lnTo>
                <a:lnTo>
                  <a:pt x="275463" y="16574"/>
                </a:lnTo>
                <a:lnTo>
                  <a:pt x="291656" y="24384"/>
                </a:lnTo>
                <a:lnTo>
                  <a:pt x="305943" y="11811"/>
                </a:lnTo>
                <a:lnTo>
                  <a:pt x="336804" y="11621"/>
                </a:lnTo>
                <a:lnTo>
                  <a:pt x="351854" y="16383"/>
                </a:lnTo>
                <a:lnTo>
                  <a:pt x="367665" y="4001"/>
                </a:lnTo>
                <a:lnTo>
                  <a:pt x="367284" y="41339"/>
                </a:lnTo>
                <a:lnTo>
                  <a:pt x="0" y="41339"/>
                </a:lnTo>
                <a:close/>
              </a:path>
            </a:pathLst>
          </a:custGeom>
          <a:solidFill>
            <a:schemeClr val="accent5"/>
          </a:solidFill>
          <a:ln>
            <a:noFill/>
          </a:ln>
        </p:spPr>
      </p:sp>
      <p:sp>
        <p:nvSpPr>
          <p:cNvPr id="162" name="Google Shape;162;p5"/>
          <p:cNvSpPr/>
          <p:nvPr/>
        </p:nvSpPr>
        <p:spPr>
          <a:xfrm>
            <a:off x="-28575" y="4578111"/>
            <a:ext cx="9191625" cy="584439"/>
          </a:xfrm>
          <a:custGeom>
            <a:rect b="b" l="l" r="r" t="t"/>
            <a:pathLst>
              <a:path extrusionOk="0" h="33910" w="367665">
                <a:moveTo>
                  <a:pt x="381" y="8001"/>
                </a:moveTo>
                <a:lnTo>
                  <a:pt x="16764" y="16266"/>
                </a:lnTo>
                <a:lnTo>
                  <a:pt x="47244" y="16266"/>
                </a:lnTo>
                <a:lnTo>
                  <a:pt x="62484" y="9925"/>
                </a:lnTo>
                <a:lnTo>
                  <a:pt x="77724" y="23434"/>
                </a:lnTo>
                <a:lnTo>
                  <a:pt x="92964" y="23434"/>
                </a:lnTo>
                <a:lnTo>
                  <a:pt x="107442" y="16266"/>
                </a:lnTo>
                <a:lnTo>
                  <a:pt x="122682" y="11855"/>
                </a:lnTo>
                <a:lnTo>
                  <a:pt x="138684" y="11855"/>
                </a:lnTo>
                <a:lnTo>
                  <a:pt x="153924" y="15714"/>
                </a:lnTo>
                <a:lnTo>
                  <a:pt x="168783" y="11028"/>
                </a:lnTo>
                <a:lnTo>
                  <a:pt x="184023" y="18471"/>
                </a:lnTo>
                <a:lnTo>
                  <a:pt x="199644" y="29775"/>
                </a:lnTo>
                <a:lnTo>
                  <a:pt x="214122" y="22055"/>
                </a:lnTo>
                <a:lnTo>
                  <a:pt x="229743" y="22055"/>
                </a:lnTo>
                <a:lnTo>
                  <a:pt x="245364" y="8546"/>
                </a:lnTo>
                <a:lnTo>
                  <a:pt x="260604" y="16266"/>
                </a:lnTo>
                <a:lnTo>
                  <a:pt x="275844" y="16266"/>
                </a:lnTo>
                <a:lnTo>
                  <a:pt x="291084" y="9925"/>
                </a:lnTo>
                <a:lnTo>
                  <a:pt x="321564" y="9925"/>
                </a:lnTo>
                <a:lnTo>
                  <a:pt x="336804" y="23158"/>
                </a:lnTo>
                <a:lnTo>
                  <a:pt x="351282" y="18471"/>
                </a:lnTo>
                <a:lnTo>
                  <a:pt x="367665" y="0"/>
                </a:lnTo>
                <a:lnTo>
                  <a:pt x="367665" y="33910"/>
                </a:lnTo>
                <a:lnTo>
                  <a:pt x="0" y="33910"/>
                </a:lnTo>
                <a:close/>
              </a:path>
            </a:pathLst>
          </a:custGeom>
          <a:solidFill>
            <a:srgbClr val="00CEF6">
              <a:alpha val="73460"/>
            </a:srgbClr>
          </a:solidFill>
          <a:ln>
            <a:noFill/>
          </a:ln>
        </p:spPr>
      </p:sp>
      <p:sp>
        <p:nvSpPr>
          <p:cNvPr id="163" name="Google Shape;163;p5"/>
          <p:cNvSpPr/>
          <p:nvPr/>
        </p:nvSpPr>
        <p:spPr>
          <a:xfrm rot="8100000">
            <a:off x="1847981" y="4252969"/>
            <a:ext cx="122612" cy="122612"/>
          </a:xfrm>
          <a:prstGeom prst="teardrop">
            <a:avLst>
              <a:gd fmla="val 10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
          <p:cNvSpPr/>
          <p:nvPr/>
        </p:nvSpPr>
        <p:spPr>
          <a:xfrm rot="8100000">
            <a:off x="6038981" y="4536819"/>
            <a:ext cx="122612" cy="122612"/>
          </a:xfrm>
          <a:prstGeom prst="teardrop">
            <a:avLst>
              <a:gd fmla="val 100000"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5"/>
          <p:cNvSpPr/>
          <p:nvPr/>
        </p:nvSpPr>
        <p:spPr>
          <a:xfrm rot="8100000">
            <a:off x="7181981" y="4570169"/>
            <a:ext cx="122612" cy="122612"/>
          </a:xfrm>
          <a:prstGeom prst="teardrop">
            <a:avLst>
              <a:gd fmla="val 10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6" name="Google Shape;166;p5"/>
          <p:cNvGrpSpPr/>
          <p:nvPr/>
        </p:nvGrpSpPr>
        <p:grpSpPr>
          <a:xfrm>
            <a:off x="-9525" y="4462475"/>
            <a:ext cx="9167825" cy="595300"/>
            <a:chOff x="-9525" y="4462475"/>
            <a:chExt cx="9167825" cy="595300"/>
          </a:xfrm>
        </p:grpSpPr>
        <p:sp>
          <p:nvSpPr>
            <p:cNvPr id="167" name="Google Shape;167;p5"/>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chemeClr val="accent2"/>
              </a:solidFill>
              <a:prstDash val="solid"/>
              <a:round/>
              <a:headEnd len="med" w="med" type="none"/>
              <a:tailEnd len="med" w="med" type="none"/>
            </a:ln>
          </p:spPr>
        </p:sp>
        <p:sp>
          <p:nvSpPr>
            <p:cNvPr id="168" name="Google Shape;168;p5"/>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chemeClr val="accent2"/>
              </a:solidFill>
              <a:prstDash val="solid"/>
              <a:round/>
              <a:headEnd len="med" w="med" type="none"/>
              <a:tailEnd len="med" w="med" type="none"/>
            </a:ln>
          </p:spPr>
        </p:sp>
        <p:sp>
          <p:nvSpPr>
            <p:cNvPr id="169" name="Google Shape;169;p5"/>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chemeClr val="accent2"/>
              </a:solidFill>
              <a:prstDash val="solid"/>
              <a:round/>
              <a:headEnd len="med" w="med" type="none"/>
              <a:tailEnd len="med" w="med" type="none"/>
            </a:ln>
          </p:spPr>
        </p:sp>
      </p:grpSp>
      <p:grpSp>
        <p:nvGrpSpPr>
          <p:cNvPr id="170" name="Google Shape;170;p5"/>
          <p:cNvGrpSpPr/>
          <p:nvPr/>
        </p:nvGrpSpPr>
        <p:grpSpPr>
          <a:xfrm>
            <a:off x="-42837" y="4443488"/>
            <a:ext cx="9229575" cy="642788"/>
            <a:chOff x="-42837" y="4443488"/>
            <a:chExt cx="9229575" cy="642788"/>
          </a:xfrm>
        </p:grpSpPr>
        <p:sp>
          <p:nvSpPr>
            <p:cNvPr id="171" name="Google Shape;171;p5"/>
            <p:cNvSpPr/>
            <p:nvPr/>
          </p:nvSpPr>
          <p:spPr>
            <a:xfrm>
              <a:off x="1114450" y="49006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5"/>
            <p:cNvSpPr/>
            <p:nvPr/>
          </p:nvSpPr>
          <p:spPr>
            <a:xfrm>
              <a:off x="1495450" y="502927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5"/>
            <p:cNvSpPr/>
            <p:nvPr/>
          </p:nvSpPr>
          <p:spPr>
            <a:xfrm>
              <a:off x="733450" y="497212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5"/>
            <p:cNvSpPr/>
            <p:nvPr/>
          </p:nvSpPr>
          <p:spPr>
            <a:xfrm>
              <a:off x="352450" y="49626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5"/>
            <p:cNvSpPr/>
            <p:nvPr/>
          </p:nvSpPr>
          <p:spPr>
            <a:xfrm>
              <a:off x="-42837" y="46054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5"/>
            <p:cNvSpPr/>
            <p:nvPr/>
          </p:nvSpPr>
          <p:spPr>
            <a:xfrm>
              <a:off x="1876450" y="48340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5"/>
            <p:cNvSpPr/>
            <p:nvPr/>
          </p:nvSpPr>
          <p:spPr>
            <a:xfrm>
              <a:off x="2257450" y="482925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5"/>
            <p:cNvSpPr/>
            <p:nvPr/>
          </p:nvSpPr>
          <p:spPr>
            <a:xfrm>
              <a:off x="2638450" y="454826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5"/>
            <p:cNvSpPr/>
            <p:nvPr/>
          </p:nvSpPr>
          <p:spPr>
            <a:xfrm>
              <a:off x="3019450" y="46149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5"/>
            <p:cNvSpPr/>
            <p:nvPr/>
          </p:nvSpPr>
          <p:spPr>
            <a:xfrm>
              <a:off x="3400450" y="46149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5"/>
            <p:cNvSpPr/>
            <p:nvPr/>
          </p:nvSpPr>
          <p:spPr>
            <a:xfrm>
              <a:off x="3781450" y="49483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5"/>
            <p:cNvSpPr/>
            <p:nvPr/>
          </p:nvSpPr>
          <p:spPr>
            <a:xfrm>
              <a:off x="4162450" y="49483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5"/>
            <p:cNvSpPr/>
            <p:nvPr/>
          </p:nvSpPr>
          <p:spPr>
            <a:xfrm>
              <a:off x="4543450" y="466732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5"/>
            <p:cNvSpPr/>
            <p:nvPr/>
          </p:nvSpPr>
          <p:spPr>
            <a:xfrm>
              <a:off x="4924450" y="45435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5"/>
            <p:cNvSpPr/>
            <p:nvPr/>
          </p:nvSpPr>
          <p:spPr>
            <a:xfrm>
              <a:off x="5305450" y="47721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5"/>
            <p:cNvSpPr/>
            <p:nvPr/>
          </p:nvSpPr>
          <p:spPr>
            <a:xfrm>
              <a:off x="5686450" y="47721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5"/>
            <p:cNvSpPr/>
            <p:nvPr/>
          </p:nvSpPr>
          <p:spPr>
            <a:xfrm>
              <a:off x="6067450" y="48483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5"/>
            <p:cNvSpPr/>
            <p:nvPr/>
          </p:nvSpPr>
          <p:spPr>
            <a:xfrm>
              <a:off x="6448450" y="47292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5"/>
            <p:cNvSpPr/>
            <p:nvPr/>
          </p:nvSpPr>
          <p:spPr>
            <a:xfrm>
              <a:off x="6829450" y="50245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5"/>
            <p:cNvSpPr/>
            <p:nvPr/>
          </p:nvSpPr>
          <p:spPr>
            <a:xfrm>
              <a:off x="7210450" y="50245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5"/>
            <p:cNvSpPr/>
            <p:nvPr/>
          </p:nvSpPr>
          <p:spPr>
            <a:xfrm>
              <a:off x="7591450" y="44434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5"/>
            <p:cNvSpPr/>
            <p:nvPr/>
          </p:nvSpPr>
          <p:spPr>
            <a:xfrm>
              <a:off x="7972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5"/>
            <p:cNvSpPr/>
            <p:nvPr/>
          </p:nvSpPr>
          <p:spPr>
            <a:xfrm>
              <a:off x="8353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5"/>
            <p:cNvSpPr/>
            <p:nvPr/>
          </p:nvSpPr>
          <p:spPr>
            <a:xfrm>
              <a:off x="8734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5"/>
            <p:cNvSpPr/>
            <p:nvPr/>
          </p:nvSpPr>
          <p:spPr>
            <a:xfrm>
              <a:off x="9129738" y="486735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6" name="Google Shape;196;p5"/>
          <p:cNvSpPr/>
          <p:nvPr/>
        </p:nvSpPr>
        <p:spPr>
          <a:xfrm>
            <a:off x="2990700" y="4586200"/>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5"/>
          <p:cNvSpPr/>
          <p:nvPr/>
        </p:nvSpPr>
        <p:spPr>
          <a:xfrm>
            <a:off x="1085700" y="4871950"/>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5"/>
          <p:cNvSpPr/>
          <p:nvPr/>
        </p:nvSpPr>
        <p:spPr>
          <a:xfrm>
            <a:off x="4895700" y="4516032"/>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5"/>
          <p:cNvSpPr/>
          <p:nvPr/>
        </p:nvSpPr>
        <p:spPr>
          <a:xfrm rot="8100000">
            <a:off x="8699949" y="4329169"/>
            <a:ext cx="122612" cy="122612"/>
          </a:xfrm>
          <a:prstGeom prst="teardrop">
            <a:avLst>
              <a:gd fmla="val 100000"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5"/>
          <p:cNvSpPr txBox="1"/>
          <p:nvPr>
            <p:ph type="title"/>
          </p:nvPr>
        </p:nvSpPr>
        <p:spPr>
          <a:xfrm>
            <a:off x="1047750" y="634125"/>
            <a:ext cx="6996600" cy="715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01" name="Google Shape;201;p5"/>
          <p:cNvSpPr txBox="1"/>
          <p:nvPr>
            <p:ph idx="1" type="body"/>
          </p:nvPr>
        </p:nvSpPr>
        <p:spPr>
          <a:xfrm>
            <a:off x="1075850" y="1540175"/>
            <a:ext cx="6996600" cy="1922100"/>
          </a:xfrm>
          <a:prstGeom prst="rect">
            <a:avLst/>
          </a:prstGeom>
        </p:spPr>
        <p:txBody>
          <a:bodyPr anchorCtr="0" anchor="t" bIns="91425" lIns="91425" spcFirstLastPara="1" rIns="91425" wrap="square" tIns="91425">
            <a:noAutofit/>
          </a:bodyPr>
          <a:lstStyle>
            <a:lvl1pPr indent="-355600" lvl="0" marL="457200">
              <a:spcBef>
                <a:spcPts val="600"/>
              </a:spcBef>
              <a:spcAft>
                <a:spcPts val="0"/>
              </a:spcAft>
              <a:buSzPts val="20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02" name="Google Shape;202;p5"/>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203" name="Shape 203"/>
        <p:cNvGrpSpPr/>
        <p:nvPr/>
      </p:nvGrpSpPr>
      <p:grpSpPr>
        <a:xfrm>
          <a:off x="0" y="0"/>
          <a:ext cx="0" cy="0"/>
          <a:chOff x="0" y="0"/>
          <a:chExt cx="0" cy="0"/>
        </a:xfrm>
      </p:grpSpPr>
      <p:sp>
        <p:nvSpPr>
          <p:cNvPr id="204" name="Google Shape;204;p6"/>
          <p:cNvSpPr/>
          <p:nvPr/>
        </p:nvSpPr>
        <p:spPr>
          <a:xfrm>
            <a:off x="-28575" y="4446775"/>
            <a:ext cx="9191625" cy="712478"/>
          </a:xfrm>
          <a:custGeom>
            <a:rect b="b" l="l" r="r" t="t"/>
            <a:pathLst>
              <a:path extrusionOk="0" h="41339" w="367665">
                <a:moveTo>
                  <a:pt x="381" y="381"/>
                </a:moveTo>
                <a:lnTo>
                  <a:pt x="16574" y="16383"/>
                </a:lnTo>
                <a:lnTo>
                  <a:pt x="31623" y="7430"/>
                </a:lnTo>
                <a:lnTo>
                  <a:pt x="62484" y="7239"/>
                </a:lnTo>
                <a:lnTo>
                  <a:pt x="77724" y="0"/>
                </a:lnTo>
                <a:lnTo>
                  <a:pt x="92964" y="19622"/>
                </a:lnTo>
                <a:lnTo>
                  <a:pt x="108014" y="30861"/>
                </a:lnTo>
                <a:lnTo>
                  <a:pt x="123063" y="30671"/>
                </a:lnTo>
                <a:lnTo>
                  <a:pt x="139065" y="15050"/>
                </a:lnTo>
                <a:lnTo>
                  <a:pt x="154115" y="11430"/>
                </a:lnTo>
                <a:lnTo>
                  <a:pt x="168783" y="3408"/>
                </a:lnTo>
                <a:lnTo>
                  <a:pt x="184404" y="21527"/>
                </a:lnTo>
                <a:lnTo>
                  <a:pt x="199644" y="22155"/>
                </a:lnTo>
                <a:lnTo>
                  <a:pt x="214694" y="36386"/>
                </a:lnTo>
                <a:lnTo>
                  <a:pt x="230124" y="36386"/>
                </a:lnTo>
                <a:lnTo>
                  <a:pt x="246126" y="29147"/>
                </a:lnTo>
                <a:lnTo>
                  <a:pt x="261176" y="29147"/>
                </a:lnTo>
                <a:lnTo>
                  <a:pt x="275463" y="16574"/>
                </a:lnTo>
                <a:lnTo>
                  <a:pt x="291656" y="24384"/>
                </a:lnTo>
                <a:lnTo>
                  <a:pt x="305943" y="11811"/>
                </a:lnTo>
                <a:lnTo>
                  <a:pt x="336804" y="11621"/>
                </a:lnTo>
                <a:lnTo>
                  <a:pt x="351854" y="16383"/>
                </a:lnTo>
                <a:lnTo>
                  <a:pt x="367665" y="4001"/>
                </a:lnTo>
                <a:lnTo>
                  <a:pt x="367284" y="41339"/>
                </a:lnTo>
                <a:lnTo>
                  <a:pt x="0" y="41339"/>
                </a:lnTo>
                <a:close/>
              </a:path>
            </a:pathLst>
          </a:custGeom>
          <a:solidFill>
            <a:schemeClr val="accent5"/>
          </a:solidFill>
          <a:ln>
            <a:noFill/>
          </a:ln>
        </p:spPr>
      </p:sp>
      <p:sp>
        <p:nvSpPr>
          <p:cNvPr id="205" name="Google Shape;205;p6"/>
          <p:cNvSpPr/>
          <p:nvPr/>
        </p:nvSpPr>
        <p:spPr>
          <a:xfrm>
            <a:off x="-28575" y="4578111"/>
            <a:ext cx="9191625" cy="584439"/>
          </a:xfrm>
          <a:custGeom>
            <a:rect b="b" l="l" r="r" t="t"/>
            <a:pathLst>
              <a:path extrusionOk="0" h="33910" w="367665">
                <a:moveTo>
                  <a:pt x="381" y="8001"/>
                </a:moveTo>
                <a:lnTo>
                  <a:pt x="16764" y="16266"/>
                </a:lnTo>
                <a:lnTo>
                  <a:pt x="47244" y="16266"/>
                </a:lnTo>
                <a:lnTo>
                  <a:pt x="62484" y="9925"/>
                </a:lnTo>
                <a:lnTo>
                  <a:pt x="77724" y="23434"/>
                </a:lnTo>
                <a:lnTo>
                  <a:pt x="92964" y="23434"/>
                </a:lnTo>
                <a:lnTo>
                  <a:pt x="107442" y="16266"/>
                </a:lnTo>
                <a:lnTo>
                  <a:pt x="122682" y="11855"/>
                </a:lnTo>
                <a:lnTo>
                  <a:pt x="138684" y="11855"/>
                </a:lnTo>
                <a:lnTo>
                  <a:pt x="153924" y="15714"/>
                </a:lnTo>
                <a:lnTo>
                  <a:pt x="168783" y="11028"/>
                </a:lnTo>
                <a:lnTo>
                  <a:pt x="184023" y="18471"/>
                </a:lnTo>
                <a:lnTo>
                  <a:pt x="199644" y="29775"/>
                </a:lnTo>
                <a:lnTo>
                  <a:pt x="214122" y="22055"/>
                </a:lnTo>
                <a:lnTo>
                  <a:pt x="229743" y="22055"/>
                </a:lnTo>
                <a:lnTo>
                  <a:pt x="245364" y="8546"/>
                </a:lnTo>
                <a:lnTo>
                  <a:pt x="260604" y="16266"/>
                </a:lnTo>
                <a:lnTo>
                  <a:pt x="275844" y="16266"/>
                </a:lnTo>
                <a:lnTo>
                  <a:pt x="291084" y="9925"/>
                </a:lnTo>
                <a:lnTo>
                  <a:pt x="321564" y="9925"/>
                </a:lnTo>
                <a:lnTo>
                  <a:pt x="336804" y="23158"/>
                </a:lnTo>
                <a:lnTo>
                  <a:pt x="351282" y="18471"/>
                </a:lnTo>
                <a:lnTo>
                  <a:pt x="367665" y="0"/>
                </a:lnTo>
                <a:lnTo>
                  <a:pt x="367665" y="33910"/>
                </a:lnTo>
                <a:lnTo>
                  <a:pt x="0" y="33910"/>
                </a:lnTo>
                <a:close/>
              </a:path>
            </a:pathLst>
          </a:custGeom>
          <a:solidFill>
            <a:srgbClr val="00CEF6">
              <a:alpha val="73460"/>
            </a:srgbClr>
          </a:solidFill>
          <a:ln>
            <a:noFill/>
          </a:ln>
        </p:spPr>
      </p:sp>
      <p:sp>
        <p:nvSpPr>
          <p:cNvPr id="206" name="Google Shape;206;p6"/>
          <p:cNvSpPr/>
          <p:nvPr/>
        </p:nvSpPr>
        <p:spPr>
          <a:xfrm rot="8100000">
            <a:off x="1847981" y="4252969"/>
            <a:ext cx="122612" cy="122612"/>
          </a:xfrm>
          <a:prstGeom prst="teardrop">
            <a:avLst>
              <a:gd fmla="val 10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6"/>
          <p:cNvSpPr/>
          <p:nvPr/>
        </p:nvSpPr>
        <p:spPr>
          <a:xfrm rot="8100000">
            <a:off x="6038981" y="4536819"/>
            <a:ext cx="122612" cy="122612"/>
          </a:xfrm>
          <a:prstGeom prst="teardrop">
            <a:avLst>
              <a:gd fmla="val 100000"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6"/>
          <p:cNvSpPr/>
          <p:nvPr/>
        </p:nvSpPr>
        <p:spPr>
          <a:xfrm rot="8100000">
            <a:off x="7181981" y="4570169"/>
            <a:ext cx="122612" cy="122612"/>
          </a:xfrm>
          <a:prstGeom prst="teardrop">
            <a:avLst>
              <a:gd fmla="val 10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9" name="Google Shape;209;p6"/>
          <p:cNvGrpSpPr/>
          <p:nvPr/>
        </p:nvGrpSpPr>
        <p:grpSpPr>
          <a:xfrm>
            <a:off x="-9525" y="4462475"/>
            <a:ext cx="9167825" cy="595300"/>
            <a:chOff x="-9525" y="4462475"/>
            <a:chExt cx="9167825" cy="595300"/>
          </a:xfrm>
        </p:grpSpPr>
        <p:sp>
          <p:nvSpPr>
            <p:cNvPr id="210" name="Google Shape;210;p6"/>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chemeClr val="accent2"/>
              </a:solidFill>
              <a:prstDash val="solid"/>
              <a:round/>
              <a:headEnd len="med" w="med" type="none"/>
              <a:tailEnd len="med" w="med" type="none"/>
            </a:ln>
          </p:spPr>
        </p:sp>
        <p:sp>
          <p:nvSpPr>
            <p:cNvPr id="211" name="Google Shape;211;p6"/>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chemeClr val="accent2"/>
              </a:solidFill>
              <a:prstDash val="solid"/>
              <a:round/>
              <a:headEnd len="med" w="med" type="none"/>
              <a:tailEnd len="med" w="med" type="none"/>
            </a:ln>
          </p:spPr>
        </p:sp>
        <p:sp>
          <p:nvSpPr>
            <p:cNvPr id="212" name="Google Shape;212;p6"/>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chemeClr val="accent2"/>
              </a:solidFill>
              <a:prstDash val="solid"/>
              <a:round/>
              <a:headEnd len="med" w="med" type="none"/>
              <a:tailEnd len="med" w="med" type="none"/>
            </a:ln>
          </p:spPr>
        </p:sp>
      </p:grpSp>
      <p:grpSp>
        <p:nvGrpSpPr>
          <p:cNvPr id="213" name="Google Shape;213;p6"/>
          <p:cNvGrpSpPr/>
          <p:nvPr/>
        </p:nvGrpSpPr>
        <p:grpSpPr>
          <a:xfrm>
            <a:off x="-42837" y="4443488"/>
            <a:ext cx="9229575" cy="642788"/>
            <a:chOff x="-42837" y="4443488"/>
            <a:chExt cx="9229575" cy="642788"/>
          </a:xfrm>
        </p:grpSpPr>
        <p:sp>
          <p:nvSpPr>
            <p:cNvPr id="214" name="Google Shape;214;p6"/>
            <p:cNvSpPr/>
            <p:nvPr/>
          </p:nvSpPr>
          <p:spPr>
            <a:xfrm>
              <a:off x="1114450" y="49006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6"/>
            <p:cNvSpPr/>
            <p:nvPr/>
          </p:nvSpPr>
          <p:spPr>
            <a:xfrm>
              <a:off x="1495450" y="502927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6"/>
            <p:cNvSpPr/>
            <p:nvPr/>
          </p:nvSpPr>
          <p:spPr>
            <a:xfrm>
              <a:off x="733450" y="497212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6"/>
            <p:cNvSpPr/>
            <p:nvPr/>
          </p:nvSpPr>
          <p:spPr>
            <a:xfrm>
              <a:off x="352450" y="49626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6"/>
            <p:cNvSpPr/>
            <p:nvPr/>
          </p:nvSpPr>
          <p:spPr>
            <a:xfrm>
              <a:off x="-42837" y="46054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6"/>
            <p:cNvSpPr/>
            <p:nvPr/>
          </p:nvSpPr>
          <p:spPr>
            <a:xfrm>
              <a:off x="1876450" y="48340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6"/>
            <p:cNvSpPr/>
            <p:nvPr/>
          </p:nvSpPr>
          <p:spPr>
            <a:xfrm>
              <a:off x="2257450" y="482925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6"/>
            <p:cNvSpPr/>
            <p:nvPr/>
          </p:nvSpPr>
          <p:spPr>
            <a:xfrm>
              <a:off x="2638450" y="454826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6"/>
            <p:cNvSpPr/>
            <p:nvPr/>
          </p:nvSpPr>
          <p:spPr>
            <a:xfrm>
              <a:off x="3019450" y="46149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6"/>
            <p:cNvSpPr/>
            <p:nvPr/>
          </p:nvSpPr>
          <p:spPr>
            <a:xfrm>
              <a:off x="3400450" y="46149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6"/>
            <p:cNvSpPr/>
            <p:nvPr/>
          </p:nvSpPr>
          <p:spPr>
            <a:xfrm>
              <a:off x="3781450" y="49483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6"/>
            <p:cNvSpPr/>
            <p:nvPr/>
          </p:nvSpPr>
          <p:spPr>
            <a:xfrm>
              <a:off x="4162450" y="49483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6"/>
            <p:cNvSpPr/>
            <p:nvPr/>
          </p:nvSpPr>
          <p:spPr>
            <a:xfrm>
              <a:off x="4543450" y="466732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6"/>
            <p:cNvSpPr/>
            <p:nvPr/>
          </p:nvSpPr>
          <p:spPr>
            <a:xfrm>
              <a:off x="4924450" y="45435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6"/>
            <p:cNvSpPr/>
            <p:nvPr/>
          </p:nvSpPr>
          <p:spPr>
            <a:xfrm>
              <a:off x="5305450" y="47721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6"/>
            <p:cNvSpPr/>
            <p:nvPr/>
          </p:nvSpPr>
          <p:spPr>
            <a:xfrm>
              <a:off x="5686450" y="47721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6"/>
            <p:cNvSpPr/>
            <p:nvPr/>
          </p:nvSpPr>
          <p:spPr>
            <a:xfrm>
              <a:off x="6067450" y="48483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6"/>
            <p:cNvSpPr/>
            <p:nvPr/>
          </p:nvSpPr>
          <p:spPr>
            <a:xfrm>
              <a:off x="6448450" y="47292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6"/>
            <p:cNvSpPr/>
            <p:nvPr/>
          </p:nvSpPr>
          <p:spPr>
            <a:xfrm>
              <a:off x="6829450" y="50245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6"/>
            <p:cNvSpPr/>
            <p:nvPr/>
          </p:nvSpPr>
          <p:spPr>
            <a:xfrm>
              <a:off x="7210450" y="50245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6"/>
            <p:cNvSpPr/>
            <p:nvPr/>
          </p:nvSpPr>
          <p:spPr>
            <a:xfrm>
              <a:off x="7591450" y="44434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6"/>
            <p:cNvSpPr/>
            <p:nvPr/>
          </p:nvSpPr>
          <p:spPr>
            <a:xfrm>
              <a:off x="7972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6"/>
            <p:cNvSpPr/>
            <p:nvPr/>
          </p:nvSpPr>
          <p:spPr>
            <a:xfrm>
              <a:off x="8353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6"/>
            <p:cNvSpPr/>
            <p:nvPr/>
          </p:nvSpPr>
          <p:spPr>
            <a:xfrm>
              <a:off x="8734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6"/>
            <p:cNvSpPr/>
            <p:nvPr/>
          </p:nvSpPr>
          <p:spPr>
            <a:xfrm>
              <a:off x="9129738" y="486735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9" name="Google Shape;239;p6"/>
          <p:cNvSpPr/>
          <p:nvPr/>
        </p:nvSpPr>
        <p:spPr>
          <a:xfrm>
            <a:off x="2990700" y="4586200"/>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6"/>
          <p:cNvSpPr/>
          <p:nvPr/>
        </p:nvSpPr>
        <p:spPr>
          <a:xfrm>
            <a:off x="1085700" y="4871950"/>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6"/>
          <p:cNvSpPr/>
          <p:nvPr/>
        </p:nvSpPr>
        <p:spPr>
          <a:xfrm>
            <a:off x="4895700" y="4516032"/>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6"/>
          <p:cNvSpPr/>
          <p:nvPr/>
        </p:nvSpPr>
        <p:spPr>
          <a:xfrm rot="8100000">
            <a:off x="8699949" y="4329169"/>
            <a:ext cx="122612" cy="122612"/>
          </a:xfrm>
          <a:prstGeom prst="teardrop">
            <a:avLst>
              <a:gd fmla="val 100000"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6"/>
          <p:cNvSpPr txBox="1"/>
          <p:nvPr>
            <p:ph type="title"/>
          </p:nvPr>
        </p:nvSpPr>
        <p:spPr>
          <a:xfrm>
            <a:off x="1047750" y="634125"/>
            <a:ext cx="6996600" cy="715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44" name="Google Shape;244;p6"/>
          <p:cNvSpPr txBox="1"/>
          <p:nvPr>
            <p:ph idx="1" type="body"/>
          </p:nvPr>
        </p:nvSpPr>
        <p:spPr>
          <a:xfrm>
            <a:off x="1131500" y="1552950"/>
            <a:ext cx="3339900" cy="2665800"/>
          </a:xfrm>
          <a:prstGeom prst="rect">
            <a:avLst/>
          </a:prstGeom>
        </p:spPr>
        <p:txBody>
          <a:bodyPr anchorCtr="0" anchor="t" bIns="91425" lIns="91425" spcFirstLastPara="1" rIns="91425" wrap="square" tIns="91425">
            <a:noAutofit/>
          </a:bodyPr>
          <a:lstStyle>
            <a:lvl1pPr indent="-342900" lvl="0" marL="457200">
              <a:spcBef>
                <a:spcPts val="600"/>
              </a:spcBef>
              <a:spcAft>
                <a:spcPts val="0"/>
              </a:spcAft>
              <a:buSzPts val="1800"/>
              <a:buChar char="◉"/>
              <a:defRPr sz="18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45" name="Google Shape;245;p6"/>
          <p:cNvSpPr txBox="1"/>
          <p:nvPr>
            <p:ph idx="2" type="body"/>
          </p:nvPr>
        </p:nvSpPr>
        <p:spPr>
          <a:xfrm>
            <a:off x="4672563" y="1552950"/>
            <a:ext cx="3339900" cy="2665800"/>
          </a:xfrm>
          <a:prstGeom prst="rect">
            <a:avLst/>
          </a:prstGeom>
        </p:spPr>
        <p:txBody>
          <a:bodyPr anchorCtr="0" anchor="t" bIns="91425" lIns="91425" spcFirstLastPara="1" rIns="91425" wrap="square" tIns="91425">
            <a:noAutofit/>
          </a:bodyPr>
          <a:lstStyle>
            <a:lvl1pPr indent="-342900" lvl="0" marL="457200">
              <a:spcBef>
                <a:spcPts val="600"/>
              </a:spcBef>
              <a:spcAft>
                <a:spcPts val="0"/>
              </a:spcAft>
              <a:buSzPts val="1800"/>
              <a:buChar char="◉"/>
              <a:defRPr sz="18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46" name="Google Shape;246;p6"/>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247" name="Shape 247"/>
        <p:cNvGrpSpPr/>
        <p:nvPr/>
      </p:nvGrpSpPr>
      <p:grpSpPr>
        <a:xfrm>
          <a:off x="0" y="0"/>
          <a:ext cx="0" cy="0"/>
          <a:chOff x="0" y="0"/>
          <a:chExt cx="0" cy="0"/>
        </a:xfrm>
      </p:grpSpPr>
      <p:sp>
        <p:nvSpPr>
          <p:cNvPr id="248" name="Google Shape;248;p7"/>
          <p:cNvSpPr/>
          <p:nvPr/>
        </p:nvSpPr>
        <p:spPr>
          <a:xfrm>
            <a:off x="-28575" y="4446775"/>
            <a:ext cx="9191625" cy="712478"/>
          </a:xfrm>
          <a:custGeom>
            <a:rect b="b" l="l" r="r" t="t"/>
            <a:pathLst>
              <a:path extrusionOk="0" h="41339" w="367665">
                <a:moveTo>
                  <a:pt x="381" y="381"/>
                </a:moveTo>
                <a:lnTo>
                  <a:pt x="16574" y="16383"/>
                </a:lnTo>
                <a:lnTo>
                  <a:pt x="31623" y="7430"/>
                </a:lnTo>
                <a:lnTo>
                  <a:pt x="62484" y="7239"/>
                </a:lnTo>
                <a:lnTo>
                  <a:pt x="77724" y="0"/>
                </a:lnTo>
                <a:lnTo>
                  <a:pt x="92964" y="19622"/>
                </a:lnTo>
                <a:lnTo>
                  <a:pt x="108014" y="30861"/>
                </a:lnTo>
                <a:lnTo>
                  <a:pt x="123063" y="30671"/>
                </a:lnTo>
                <a:lnTo>
                  <a:pt x="139065" y="15050"/>
                </a:lnTo>
                <a:lnTo>
                  <a:pt x="154115" y="11430"/>
                </a:lnTo>
                <a:lnTo>
                  <a:pt x="168783" y="3408"/>
                </a:lnTo>
                <a:lnTo>
                  <a:pt x="184404" y="21527"/>
                </a:lnTo>
                <a:lnTo>
                  <a:pt x="199644" y="22155"/>
                </a:lnTo>
                <a:lnTo>
                  <a:pt x="214694" y="36386"/>
                </a:lnTo>
                <a:lnTo>
                  <a:pt x="230124" y="36386"/>
                </a:lnTo>
                <a:lnTo>
                  <a:pt x="246126" y="29147"/>
                </a:lnTo>
                <a:lnTo>
                  <a:pt x="261176" y="29147"/>
                </a:lnTo>
                <a:lnTo>
                  <a:pt x="275463" y="16574"/>
                </a:lnTo>
                <a:lnTo>
                  <a:pt x="291656" y="24384"/>
                </a:lnTo>
                <a:lnTo>
                  <a:pt x="305943" y="11811"/>
                </a:lnTo>
                <a:lnTo>
                  <a:pt x="336804" y="11621"/>
                </a:lnTo>
                <a:lnTo>
                  <a:pt x="351854" y="16383"/>
                </a:lnTo>
                <a:lnTo>
                  <a:pt x="367665" y="4001"/>
                </a:lnTo>
                <a:lnTo>
                  <a:pt x="367284" y="41339"/>
                </a:lnTo>
                <a:lnTo>
                  <a:pt x="0" y="41339"/>
                </a:lnTo>
                <a:close/>
              </a:path>
            </a:pathLst>
          </a:custGeom>
          <a:solidFill>
            <a:schemeClr val="accent5"/>
          </a:solidFill>
          <a:ln>
            <a:noFill/>
          </a:ln>
        </p:spPr>
      </p:sp>
      <p:sp>
        <p:nvSpPr>
          <p:cNvPr id="249" name="Google Shape;249;p7"/>
          <p:cNvSpPr/>
          <p:nvPr/>
        </p:nvSpPr>
        <p:spPr>
          <a:xfrm>
            <a:off x="-28575" y="4578111"/>
            <a:ext cx="9191625" cy="584439"/>
          </a:xfrm>
          <a:custGeom>
            <a:rect b="b" l="l" r="r" t="t"/>
            <a:pathLst>
              <a:path extrusionOk="0" h="33910" w="367665">
                <a:moveTo>
                  <a:pt x="381" y="8001"/>
                </a:moveTo>
                <a:lnTo>
                  <a:pt x="16764" y="16266"/>
                </a:lnTo>
                <a:lnTo>
                  <a:pt x="47244" y="16266"/>
                </a:lnTo>
                <a:lnTo>
                  <a:pt x="62484" y="9925"/>
                </a:lnTo>
                <a:lnTo>
                  <a:pt x="77724" y="23434"/>
                </a:lnTo>
                <a:lnTo>
                  <a:pt x="92964" y="23434"/>
                </a:lnTo>
                <a:lnTo>
                  <a:pt x="107442" y="16266"/>
                </a:lnTo>
                <a:lnTo>
                  <a:pt x="122682" y="11855"/>
                </a:lnTo>
                <a:lnTo>
                  <a:pt x="138684" y="11855"/>
                </a:lnTo>
                <a:lnTo>
                  <a:pt x="153924" y="15714"/>
                </a:lnTo>
                <a:lnTo>
                  <a:pt x="168783" y="11028"/>
                </a:lnTo>
                <a:lnTo>
                  <a:pt x="184023" y="18471"/>
                </a:lnTo>
                <a:lnTo>
                  <a:pt x="199644" y="29775"/>
                </a:lnTo>
                <a:lnTo>
                  <a:pt x="214122" y="22055"/>
                </a:lnTo>
                <a:lnTo>
                  <a:pt x="229743" y="22055"/>
                </a:lnTo>
                <a:lnTo>
                  <a:pt x="245364" y="8546"/>
                </a:lnTo>
                <a:lnTo>
                  <a:pt x="260604" y="16266"/>
                </a:lnTo>
                <a:lnTo>
                  <a:pt x="275844" y="16266"/>
                </a:lnTo>
                <a:lnTo>
                  <a:pt x="291084" y="9925"/>
                </a:lnTo>
                <a:lnTo>
                  <a:pt x="321564" y="9925"/>
                </a:lnTo>
                <a:lnTo>
                  <a:pt x="336804" y="23158"/>
                </a:lnTo>
                <a:lnTo>
                  <a:pt x="351282" y="18471"/>
                </a:lnTo>
                <a:lnTo>
                  <a:pt x="367665" y="0"/>
                </a:lnTo>
                <a:lnTo>
                  <a:pt x="367665" y="33910"/>
                </a:lnTo>
                <a:lnTo>
                  <a:pt x="0" y="33910"/>
                </a:lnTo>
                <a:close/>
              </a:path>
            </a:pathLst>
          </a:custGeom>
          <a:solidFill>
            <a:srgbClr val="00CEF6">
              <a:alpha val="73460"/>
            </a:srgbClr>
          </a:solidFill>
          <a:ln>
            <a:noFill/>
          </a:ln>
        </p:spPr>
      </p:sp>
      <p:sp>
        <p:nvSpPr>
          <p:cNvPr id="250" name="Google Shape;250;p7"/>
          <p:cNvSpPr/>
          <p:nvPr/>
        </p:nvSpPr>
        <p:spPr>
          <a:xfrm rot="8100000">
            <a:off x="1847981" y="4252969"/>
            <a:ext cx="122612" cy="122612"/>
          </a:xfrm>
          <a:prstGeom prst="teardrop">
            <a:avLst>
              <a:gd fmla="val 10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7"/>
          <p:cNvSpPr/>
          <p:nvPr/>
        </p:nvSpPr>
        <p:spPr>
          <a:xfrm rot="8100000">
            <a:off x="6038981" y="4536819"/>
            <a:ext cx="122612" cy="122612"/>
          </a:xfrm>
          <a:prstGeom prst="teardrop">
            <a:avLst>
              <a:gd fmla="val 100000"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7"/>
          <p:cNvSpPr/>
          <p:nvPr/>
        </p:nvSpPr>
        <p:spPr>
          <a:xfrm rot="8100000">
            <a:off x="7181981" y="4570169"/>
            <a:ext cx="122612" cy="122612"/>
          </a:xfrm>
          <a:prstGeom prst="teardrop">
            <a:avLst>
              <a:gd fmla="val 10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3" name="Google Shape;253;p7"/>
          <p:cNvGrpSpPr/>
          <p:nvPr/>
        </p:nvGrpSpPr>
        <p:grpSpPr>
          <a:xfrm>
            <a:off x="-9525" y="4462475"/>
            <a:ext cx="9167825" cy="595300"/>
            <a:chOff x="-9525" y="4462475"/>
            <a:chExt cx="9167825" cy="595300"/>
          </a:xfrm>
        </p:grpSpPr>
        <p:sp>
          <p:nvSpPr>
            <p:cNvPr id="254" name="Google Shape;254;p7"/>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chemeClr val="accent2"/>
              </a:solidFill>
              <a:prstDash val="solid"/>
              <a:round/>
              <a:headEnd len="med" w="med" type="none"/>
              <a:tailEnd len="med" w="med" type="none"/>
            </a:ln>
          </p:spPr>
        </p:sp>
        <p:sp>
          <p:nvSpPr>
            <p:cNvPr id="255" name="Google Shape;255;p7"/>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chemeClr val="accent2"/>
              </a:solidFill>
              <a:prstDash val="solid"/>
              <a:round/>
              <a:headEnd len="med" w="med" type="none"/>
              <a:tailEnd len="med" w="med" type="none"/>
            </a:ln>
          </p:spPr>
        </p:sp>
        <p:sp>
          <p:nvSpPr>
            <p:cNvPr id="256" name="Google Shape;256;p7"/>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chemeClr val="accent2"/>
              </a:solidFill>
              <a:prstDash val="solid"/>
              <a:round/>
              <a:headEnd len="med" w="med" type="none"/>
              <a:tailEnd len="med" w="med" type="none"/>
            </a:ln>
          </p:spPr>
        </p:sp>
      </p:grpSp>
      <p:grpSp>
        <p:nvGrpSpPr>
          <p:cNvPr id="257" name="Google Shape;257;p7"/>
          <p:cNvGrpSpPr/>
          <p:nvPr/>
        </p:nvGrpSpPr>
        <p:grpSpPr>
          <a:xfrm>
            <a:off x="-42837" y="4443488"/>
            <a:ext cx="9229575" cy="642788"/>
            <a:chOff x="-42837" y="4443488"/>
            <a:chExt cx="9229575" cy="642788"/>
          </a:xfrm>
        </p:grpSpPr>
        <p:sp>
          <p:nvSpPr>
            <p:cNvPr id="258" name="Google Shape;258;p7"/>
            <p:cNvSpPr/>
            <p:nvPr/>
          </p:nvSpPr>
          <p:spPr>
            <a:xfrm>
              <a:off x="1114450" y="49006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7"/>
            <p:cNvSpPr/>
            <p:nvPr/>
          </p:nvSpPr>
          <p:spPr>
            <a:xfrm>
              <a:off x="1495450" y="502927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7"/>
            <p:cNvSpPr/>
            <p:nvPr/>
          </p:nvSpPr>
          <p:spPr>
            <a:xfrm>
              <a:off x="733450" y="497212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7"/>
            <p:cNvSpPr/>
            <p:nvPr/>
          </p:nvSpPr>
          <p:spPr>
            <a:xfrm>
              <a:off x="352450" y="49626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7"/>
            <p:cNvSpPr/>
            <p:nvPr/>
          </p:nvSpPr>
          <p:spPr>
            <a:xfrm>
              <a:off x="-42837" y="46054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7"/>
            <p:cNvSpPr/>
            <p:nvPr/>
          </p:nvSpPr>
          <p:spPr>
            <a:xfrm>
              <a:off x="1876450" y="48340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7"/>
            <p:cNvSpPr/>
            <p:nvPr/>
          </p:nvSpPr>
          <p:spPr>
            <a:xfrm>
              <a:off x="2257450" y="482925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7"/>
            <p:cNvSpPr/>
            <p:nvPr/>
          </p:nvSpPr>
          <p:spPr>
            <a:xfrm>
              <a:off x="2638450" y="454826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7"/>
            <p:cNvSpPr/>
            <p:nvPr/>
          </p:nvSpPr>
          <p:spPr>
            <a:xfrm>
              <a:off x="3019450" y="46149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7"/>
            <p:cNvSpPr/>
            <p:nvPr/>
          </p:nvSpPr>
          <p:spPr>
            <a:xfrm>
              <a:off x="3400450" y="46149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7"/>
            <p:cNvSpPr/>
            <p:nvPr/>
          </p:nvSpPr>
          <p:spPr>
            <a:xfrm>
              <a:off x="3781450" y="49483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7"/>
            <p:cNvSpPr/>
            <p:nvPr/>
          </p:nvSpPr>
          <p:spPr>
            <a:xfrm>
              <a:off x="4162450" y="49483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7"/>
            <p:cNvSpPr/>
            <p:nvPr/>
          </p:nvSpPr>
          <p:spPr>
            <a:xfrm>
              <a:off x="4543450" y="466732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7"/>
            <p:cNvSpPr/>
            <p:nvPr/>
          </p:nvSpPr>
          <p:spPr>
            <a:xfrm>
              <a:off x="4924450" y="45435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7"/>
            <p:cNvSpPr/>
            <p:nvPr/>
          </p:nvSpPr>
          <p:spPr>
            <a:xfrm>
              <a:off x="5305450" y="47721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7"/>
            <p:cNvSpPr/>
            <p:nvPr/>
          </p:nvSpPr>
          <p:spPr>
            <a:xfrm>
              <a:off x="5686450" y="47721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7"/>
            <p:cNvSpPr/>
            <p:nvPr/>
          </p:nvSpPr>
          <p:spPr>
            <a:xfrm>
              <a:off x="6067450" y="48483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7"/>
            <p:cNvSpPr/>
            <p:nvPr/>
          </p:nvSpPr>
          <p:spPr>
            <a:xfrm>
              <a:off x="6448450" y="47292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7"/>
            <p:cNvSpPr/>
            <p:nvPr/>
          </p:nvSpPr>
          <p:spPr>
            <a:xfrm>
              <a:off x="6829450" y="50245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7"/>
            <p:cNvSpPr/>
            <p:nvPr/>
          </p:nvSpPr>
          <p:spPr>
            <a:xfrm>
              <a:off x="7210450" y="50245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7"/>
            <p:cNvSpPr/>
            <p:nvPr/>
          </p:nvSpPr>
          <p:spPr>
            <a:xfrm>
              <a:off x="7591450" y="44434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7"/>
            <p:cNvSpPr/>
            <p:nvPr/>
          </p:nvSpPr>
          <p:spPr>
            <a:xfrm>
              <a:off x="7972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7"/>
            <p:cNvSpPr/>
            <p:nvPr/>
          </p:nvSpPr>
          <p:spPr>
            <a:xfrm>
              <a:off x="8353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7"/>
            <p:cNvSpPr/>
            <p:nvPr/>
          </p:nvSpPr>
          <p:spPr>
            <a:xfrm>
              <a:off x="8734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7"/>
            <p:cNvSpPr/>
            <p:nvPr/>
          </p:nvSpPr>
          <p:spPr>
            <a:xfrm>
              <a:off x="9129738" y="486735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3" name="Google Shape;283;p7"/>
          <p:cNvSpPr/>
          <p:nvPr/>
        </p:nvSpPr>
        <p:spPr>
          <a:xfrm>
            <a:off x="2990700" y="4586200"/>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7"/>
          <p:cNvSpPr/>
          <p:nvPr/>
        </p:nvSpPr>
        <p:spPr>
          <a:xfrm>
            <a:off x="1085700" y="4871950"/>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7"/>
          <p:cNvSpPr/>
          <p:nvPr/>
        </p:nvSpPr>
        <p:spPr>
          <a:xfrm>
            <a:off x="4895700" y="4516032"/>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7"/>
          <p:cNvSpPr/>
          <p:nvPr/>
        </p:nvSpPr>
        <p:spPr>
          <a:xfrm rot="8100000">
            <a:off x="8699949" y="4329169"/>
            <a:ext cx="122612" cy="122612"/>
          </a:xfrm>
          <a:prstGeom prst="teardrop">
            <a:avLst>
              <a:gd fmla="val 100000"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7"/>
          <p:cNvSpPr txBox="1"/>
          <p:nvPr>
            <p:ph type="title"/>
          </p:nvPr>
        </p:nvSpPr>
        <p:spPr>
          <a:xfrm>
            <a:off x="1047750" y="634125"/>
            <a:ext cx="6996600" cy="7158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None/>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p:txBody>
      </p:sp>
      <p:sp>
        <p:nvSpPr>
          <p:cNvPr id="288" name="Google Shape;288;p7"/>
          <p:cNvSpPr txBox="1"/>
          <p:nvPr>
            <p:ph idx="1" type="body"/>
          </p:nvPr>
        </p:nvSpPr>
        <p:spPr>
          <a:xfrm>
            <a:off x="705900" y="1626600"/>
            <a:ext cx="2471700" cy="27027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289" name="Google Shape;289;p7"/>
          <p:cNvSpPr txBox="1"/>
          <p:nvPr>
            <p:ph idx="2" type="body"/>
          </p:nvPr>
        </p:nvSpPr>
        <p:spPr>
          <a:xfrm>
            <a:off x="3304125" y="1626600"/>
            <a:ext cx="2471700" cy="27027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290" name="Google Shape;290;p7"/>
          <p:cNvSpPr txBox="1"/>
          <p:nvPr>
            <p:ph idx="3" type="body"/>
          </p:nvPr>
        </p:nvSpPr>
        <p:spPr>
          <a:xfrm>
            <a:off x="5902350" y="1626600"/>
            <a:ext cx="2471700" cy="27027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291" name="Google Shape;291;p7"/>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2" name="Shape 292"/>
        <p:cNvGrpSpPr/>
        <p:nvPr/>
      </p:nvGrpSpPr>
      <p:grpSpPr>
        <a:xfrm>
          <a:off x="0" y="0"/>
          <a:ext cx="0" cy="0"/>
          <a:chOff x="0" y="0"/>
          <a:chExt cx="0" cy="0"/>
        </a:xfrm>
      </p:grpSpPr>
      <p:sp>
        <p:nvSpPr>
          <p:cNvPr id="293" name="Google Shape;293;p8"/>
          <p:cNvSpPr/>
          <p:nvPr/>
        </p:nvSpPr>
        <p:spPr>
          <a:xfrm>
            <a:off x="-28575" y="4446775"/>
            <a:ext cx="9191625" cy="712478"/>
          </a:xfrm>
          <a:custGeom>
            <a:rect b="b" l="l" r="r" t="t"/>
            <a:pathLst>
              <a:path extrusionOk="0" h="41339" w="367665">
                <a:moveTo>
                  <a:pt x="381" y="381"/>
                </a:moveTo>
                <a:lnTo>
                  <a:pt x="16574" y="16383"/>
                </a:lnTo>
                <a:lnTo>
                  <a:pt x="31623" y="7430"/>
                </a:lnTo>
                <a:lnTo>
                  <a:pt x="62484" y="7239"/>
                </a:lnTo>
                <a:lnTo>
                  <a:pt x="77724" y="0"/>
                </a:lnTo>
                <a:lnTo>
                  <a:pt x="92964" y="19622"/>
                </a:lnTo>
                <a:lnTo>
                  <a:pt x="108014" y="30861"/>
                </a:lnTo>
                <a:lnTo>
                  <a:pt x="123063" y="30671"/>
                </a:lnTo>
                <a:lnTo>
                  <a:pt x="139065" y="15050"/>
                </a:lnTo>
                <a:lnTo>
                  <a:pt x="154115" y="11430"/>
                </a:lnTo>
                <a:lnTo>
                  <a:pt x="168783" y="3408"/>
                </a:lnTo>
                <a:lnTo>
                  <a:pt x="184404" y="21527"/>
                </a:lnTo>
                <a:lnTo>
                  <a:pt x="199644" y="22155"/>
                </a:lnTo>
                <a:lnTo>
                  <a:pt x="214694" y="36386"/>
                </a:lnTo>
                <a:lnTo>
                  <a:pt x="230124" y="36386"/>
                </a:lnTo>
                <a:lnTo>
                  <a:pt x="246126" y="29147"/>
                </a:lnTo>
                <a:lnTo>
                  <a:pt x="261176" y="29147"/>
                </a:lnTo>
                <a:lnTo>
                  <a:pt x="275463" y="16574"/>
                </a:lnTo>
                <a:lnTo>
                  <a:pt x="291656" y="24384"/>
                </a:lnTo>
                <a:lnTo>
                  <a:pt x="305943" y="11811"/>
                </a:lnTo>
                <a:lnTo>
                  <a:pt x="336804" y="11621"/>
                </a:lnTo>
                <a:lnTo>
                  <a:pt x="351854" y="16383"/>
                </a:lnTo>
                <a:lnTo>
                  <a:pt x="367665" y="4001"/>
                </a:lnTo>
                <a:lnTo>
                  <a:pt x="367284" y="41339"/>
                </a:lnTo>
                <a:lnTo>
                  <a:pt x="0" y="41339"/>
                </a:lnTo>
                <a:close/>
              </a:path>
            </a:pathLst>
          </a:custGeom>
          <a:solidFill>
            <a:schemeClr val="accent5"/>
          </a:solidFill>
          <a:ln>
            <a:noFill/>
          </a:ln>
        </p:spPr>
      </p:sp>
      <p:sp>
        <p:nvSpPr>
          <p:cNvPr id="294" name="Google Shape;294;p8"/>
          <p:cNvSpPr/>
          <p:nvPr/>
        </p:nvSpPr>
        <p:spPr>
          <a:xfrm>
            <a:off x="-28575" y="4578111"/>
            <a:ext cx="9191625" cy="584439"/>
          </a:xfrm>
          <a:custGeom>
            <a:rect b="b" l="l" r="r" t="t"/>
            <a:pathLst>
              <a:path extrusionOk="0" h="33910" w="367665">
                <a:moveTo>
                  <a:pt x="381" y="8001"/>
                </a:moveTo>
                <a:lnTo>
                  <a:pt x="16764" y="16266"/>
                </a:lnTo>
                <a:lnTo>
                  <a:pt x="47244" y="16266"/>
                </a:lnTo>
                <a:lnTo>
                  <a:pt x="62484" y="9925"/>
                </a:lnTo>
                <a:lnTo>
                  <a:pt x="77724" y="23434"/>
                </a:lnTo>
                <a:lnTo>
                  <a:pt x="92964" y="23434"/>
                </a:lnTo>
                <a:lnTo>
                  <a:pt x="107442" y="16266"/>
                </a:lnTo>
                <a:lnTo>
                  <a:pt x="122682" y="11855"/>
                </a:lnTo>
                <a:lnTo>
                  <a:pt x="138684" y="11855"/>
                </a:lnTo>
                <a:lnTo>
                  <a:pt x="153924" y="15714"/>
                </a:lnTo>
                <a:lnTo>
                  <a:pt x="168783" y="11028"/>
                </a:lnTo>
                <a:lnTo>
                  <a:pt x="184023" y="18471"/>
                </a:lnTo>
                <a:lnTo>
                  <a:pt x="199644" y="29775"/>
                </a:lnTo>
                <a:lnTo>
                  <a:pt x="214122" y="22055"/>
                </a:lnTo>
                <a:lnTo>
                  <a:pt x="229743" y="22055"/>
                </a:lnTo>
                <a:lnTo>
                  <a:pt x="245364" y="8546"/>
                </a:lnTo>
                <a:lnTo>
                  <a:pt x="260604" y="16266"/>
                </a:lnTo>
                <a:lnTo>
                  <a:pt x="275844" y="16266"/>
                </a:lnTo>
                <a:lnTo>
                  <a:pt x="291084" y="9925"/>
                </a:lnTo>
                <a:lnTo>
                  <a:pt x="321564" y="9925"/>
                </a:lnTo>
                <a:lnTo>
                  <a:pt x="336804" y="23158"/>
                </a:lnTo>
                <a:lnTo>
                  <a:pt x="351282" y="18471"/>
                </a:lnTo>
                <a:lnTo>
                  <a:pt x="367665" y="0"/>
                </a:lnTo>
                <a:lnTo>
                  <a:pt x="367665" y="33910"/>
                </a:lnTo>
                <a:lnTo>
                  <a:pt x="0" y="33910"/>
                </a:lnTo>
                <a:close/>
              </a:path>
            </a:pathLst>
          </a:custGeom>
          <a:solidFill>
            <a:srgbClr val="00CEF6">
              <a:alpha val="73460"/>
            </a:srgbClr>
          </a:solidFill>
          <a:ln>
            <a:noFill/>
          </a:ln>
        </p:spPr>
      </p:sp>
      <p:sp>
        <p:nvSpPr>
          <p:cNvPr id="295" name="Google Shape;295;p8"/>
          <p:cNvSpPr/>
          <p:nvPr/>
        </p:nvSpPr>
        <p:spPr>
          <a:xfrm rot="8100000">
            <a:off x="1847981" y="4252969"/>
            <a:ext cx="122612" cy="122612"/>
          </a:xfrm>
          <a:prstGeom prst="teardrop">
            <a:avLst>
              <a:gd fmla="val 10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8"/>
          <p:cNvSpPr/>
          <p:nvPr/>
        </p:nvSpPr>
        <p:spPr>
          <a:xfrm rot="8100000">
            <a:off x="6038981" y="4536819"/>
            <a:ext cx="122612" cy="122612"/>
          </a:xfrm>
          <a:prstGeom prst="teardrop">
            <a:avLst>
              <a:gd fmla="val 100000"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8"/>
          <p:cNvSpPr/>
          <p:nvPr/>
        </p:nvSpPr>
        <p:spPr>
          <a:xfrm rot="8100000">
            <a:off x="7181981" y="4570169"/>
            <a:ext cx="122612" cy="122612"/>
          </a:xfrm>
          <a:prstGeom prst="teardrop">
            <a:avLst>
              <a:gd fmla="val 10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8" name="Google Shape;298;p8"/>
          <p:cNvGrpSpPr/>
          <p:nvPr/>
        </p:nvGrpSpPr>
        <p:grpSpPr>
          <a:xfrm>
            <a:off x="-9525" y="4462475"/>
            <a:ext cx="9167825" cy="595300"/>
            <a:chOff x="-9525" y="4462475"/>
            <a:chExt cx="9167825" cy="595300"/>
          </a:xfrm>
        </p:grpSpPr>
        <p:sp>
          <p:nvSpPr>
            <p:cNvPr id="299" name="Google Shape;299;p8"/>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chemeClr val="accent2"/>
              </a:solidFill>
              <a:prstDash val="solid"/>
              <a:round/>
              <a:headEnd len="med" w="med" type="none"/>
              <a:tailEnd len="med" w="med" type="none"/>
            </a:ln>
          </p:spPr>
        </p:sp>
        <p:sp>
          <p:nvSpPr>
            <p:cNvPr id="300" name="Google Shape;300;p8"/>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chemeClr val="accent2"/>
              </a:solidFill>
              <a:prstDash val="solid"/>
              <a:round/>
              <a:headEnd len="med" w="med" type="none"/>
              <a:tailEnd len="med" w="med" type="none"/>
            </a:ln>
          </p:spPr>
        </p:sp>
        <p:sp>
          <p:nvSpPr>
            <p:cNvPr id="301" name="Google Shape;301;p8"/>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chemeClr val="accent2"/>
              </a:solidFill>
              <a:prstDash val="solid"/>
              <a:round/>
              <a:headEnd len="med" w="med" type="none"/>
              <a:tailEnd len="med" w="med" type="none"/>
            </a:ln>
          </p:spPr>
        </p:sp>
      </p:grpSp>
      <p:grpSp>
        <p:nvGrpSpPr>
          <p:cNvPr id="302" name="Google Shape;302;p8"/>
          <p:cNvGrpSpPr/>
          <p:nvPr/>
        </p:nvGrpSpPr>
        <p:grpSpPr>
          <a:xfrm>
            <a:off x="-42837" y="4443488"/>
            <a:ext cx="9229575" cy="642788"/>
            <a:chOff x="-42837" y="4443488"/>
            <a:chExt cx="9229575" cy="642788"/>
          </a:xfrm>
        </p:grpSpPr>
        <p:sp>
          <p:nvSpPr>
            <p:cNvPr id="303" name="Google Shape;303;p8"/>
            <p:cNvSpPr/>
            <p:nvPr/>
          </p:nvSpPr>
          <p:spPr>
            <a:xfrm>
              <a:off x="1114450" y="49006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8"/>
            <p:cNvSpPr/>
            <p:nvPr/>
          </p:nvSpPr>
          <p:spPr>
            <a:xfrm>
              <a:off x="1495450" y="502927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8"/>
            <p:cNvSpPr/>
            <p:nvPr/>
          </p:nvSpPr>
          <p:spPr>
            <a:xfrm>
              <a:off x="733450" y="497212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8"/>
            <p:cNvSpPr/>
            <p:nvPr/>
          </p:nvSpPr>
          <p:spPr>
            <a:xfrm>
              <a:off x="352450" y="49626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8"/>
            <p:cNvSpPr/>
            <p:nvPr/>
          </p:nvSpPr>
          <p:spPr>
            <a:xfrm>
              <a:off x="-42837" y="46054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8"/>
            <p:cNvSpPr/>
            <p:nvPr/>
          </p:nvSpPr>
          <p:spPr>
            <a:xfrm>
              <a:off x="1876450" y="48340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8"/>
            <p:cNvSpPr/>
            <p:nvPr/>
          </p:nvSpPr>
          <p:spPr>
            <a:xfrm>
              <a:off x="2257450" y="482925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8"/>
            <p:cNvSpPr/>
            <p:nvPr/>
          </p:nvSpPr>
          <p:spPr>
            <a:xfrm>
              <a:off x="2638450" y="454826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8"/>
            <p:cNvSpPr/>
            <p:nvPr/>
          </p:nvSpPr>
          <p:spPr>
            <a:xfrm>
              <a:off x="3019450" y="46149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8"/>
            <p:cNvSpPr/>
            <p:nvPr/>
          </p:nvSpPr>
          <p:spPr>
            <a:xfrm>
              <a:off x="3400450" y="46149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8"/>
            <p:cNvSpPr/>
            <p:nvPr/>
          </p:nvSpPr>
          <p:spPr>
            <a:xfrm>
              <a:off x="3781450" y="49483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8"/>
            <p:cNvSpPr/>
            <p:nvPr/>
          </p:nvSpPr>
          <p:spPr>
            <a:xfrm>
              <a:off x="4162450" y="49483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8"/>
            <p:cNvSpPr/>
            <p:nvPr/>
          </p:nvSpPr>
          <p:spPr>
            <a:xfrm>
              <a:off x="4543450" y="466732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8"/>
            <p:cNvSpPr/>
            <p:nvPr/>
          </p:nvSpPr>
          <p:spPr>
            <a:xfrm>
              <a:off x="4924450" y="45435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8"/>
            <p:cNvSpPr/>
            <p:nvPr/>
          </p:nvSpPr>
          <p:spPr>
            <a:xfrm>
              <a:off x="5305450" y="47721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8"/>
            <p:cNvSpPr/>
            <p:nvPr/>
          </p:nvSpPr>
          <p:spPr>
            <a:xfrm>
              <a:off x="5686450" y="47721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8"/>
            <p:cNvSpPr/>
            <p:nvPr/>
          </p:nvSpPr>
          <p:spPr>
            <a:xfrm>
              <a:off x="6067450" y="48483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8"/>
            <p:cNvSpPr/>
            <p:nvPr/>
          </p:nvSpPr>
          <p:spPr>
            <a:xfrm>
              <a:off x="6448450" y="47292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8"/>
            <p:cNvSpPr/>
            <p:nvPr/>
          </p:nvSpPr>
          <p:spPr>
            <a:xfrm>
              <a:off x="6829450" y="50245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8"/>
            <p:cNvSpPr/>
            <p:nvPr/>
          </p:nvSpPr>
          <p:spPr>
            <a:xfrm>
              <a:off x="7210450" y="50245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8"/>
            <p:cNvSpPr/>
            <p:nvPr/>
          </p:nvSpPr>
          <p:spPr>
            <a:xfrm>
              <a:off x="7591450" y="44434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8"/>
            <p:cNvSpPr/>
            <p:nvPr/>
          </p:nvSpPr>
          <p:spPr>
            <a:xfrm>
              <a:off x="7972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8"/>
            <p:cNvSpPr/>
            <p:nvPr/>
          </p:nvSpPr>
          <p:spPr>
            <a:xfrm>
              <a:off x="8353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8"/>
            <p:cNvSpPr/>
            <p:nvPr/>
          </p:nvSpPr>
          <p:spPr>
            <a:xfrm>
              <a:off x="8734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8"/>
            <p:cNvSpPr/>
            <p:nvPr/>
          </p:nvSpPr>
          <p:spPr>
            <a:xfrm>
              <a:off x="9129738" y="486735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8" name="Google Shape;328;p8"/>
          <p:cNvSpPr/>
          <p:nvPr/>
        </p:nvSpPr>
        <p:spPr>
          <a:xfrm>
            <a:off x="2990700" y="4586200"/>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8"/>
          <p:cNvSpPr/>
          <p:nvPr/>
        </p:nvSpPr>
        <p:spPr>
          <a:xfrm>
            <a:off x="1085700" y="4871950"/>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8"/>
          <p:cNvSpPr/>
          <p:nvPr/>
        </p:nvSpPr>
        <p:spPr>
          <a:xfrm>
            <a:off x="4895700" y="4516032"/>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8"/>
          <p:cNvSpPr/>
          <p:nvPr/>
        </p:nvSpPr>
        <p:spPr>
          <a:xfrm rot="8100000">
            <a:off x="8699949" y="4329169"/>
            <a:ext cx="122612" cy="122612"/>
          </a:xfrm>
          <a:prstGeom prst="teardrop">
            <a:avLst>
              <a:gd fmla="val 100000"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8"/>
          <p:cNvSpPr txBox="1"/>
          <p:nvPr>
            <p:ph type="title"/>
          </p:nvPr>
        </p:nvSpPr>
        <p:spPr>
          <a:xfrm>
            <a:off x="1047750" y="634125"/>
            <a:ext cx="6996600" cy="715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333" name="Google Shape;333;p8"/>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34" name="Shape 334"/>
        <p:cNvGrpSpPr/>
        <p:nvPr/>
      </p:nvGrpSpPr>
      <p:grpSpPr>
        <a:xfrm>
          <a:off x="0" y="0"/>
          <a:ext cx="0" cy="0"/>
          <a:chOff x="0" y="0"/>
          <a:chExt cx="0" cy="0"/>
        </a:xfrm>
      </p:grpSpPr>
      <p:sp>
        <p:nvSpPr>
          <p:cNvPr id="335" name="Google Shape;335;p9"/>
          <p:cNvSpPr/>
          <p:nvPr/>
        </p:nvSpPr>
        <p:spPr>
          <a:xfrm>
            <a:off x="-28575" y="4446775"/>
            <a:ext cx="9191625" cy="712478"/>
          </a:xfrm>
          <a:custGeom>
            <a:rect b="b" l="l" r="r" t="t"/>
            <a:pathLst>
              <a:path extrusionOk="0" h="41339" w="367665">
                <a:moveTo>
                  <a:pt x="381" y="381"/>
                </a:moveTo>
                <a:lnTo>
                  <a:pt x="16574" y="16383"/>
                </a:lnTo>
                <a:lnTo>
                  <a:pt x="31623" y="7430"/>
                </a:lnTo>
                <a:lnTo>
                  <a:pt x="62484" y="7239"/>
                </a:lnTo>
                <a:lnTo>
                  <a:pt x="77724" y="0"/>
                </a:lnTo>
                <a:lnTo>
                  <a:pt x="92964" y="19622"/>
                </a:lnTo>
                <a:lnTo>
                  <a:pt x="108014" y="30861"/>
                </a:lnTo>
                <a:lnTo>
                  <a:pt x="123063" y="30671"/>
                </a:lnTo>
                <a:lnTo>
                  <a:pt x="139065" y="15050"/>
                </a:lnTo>
                <a:lnTo>
                  <a:pt x="154115" y="11430"/>
                </a:lnTo>
                <a:lnTo>
                  <a:pt x="168783" y="3408"/>
                </a:lnTo>
                <a:lnTo>
                  <a:pt x="184404" y="21527"/>
                </a:lnTo>
                <a:lnTo>
                  <a:pt x="199644" y="22155"/>
                </a:lnTo>
                <a:lnTo>
                  <a:pt x="214694" y="36386"/>
                </a:lnTo>
                <a:lnTo>
                  <a:pt x="230124" y="36386"/>
                </a:lnTo>
                <a:lnTo>
                  <a:pt x="246126" y="29147"/>
                </a:lnTo>
                <a:lnTo>
                  <a:pt x="261176" y="29147"/>
                </a:lnTo>
                <a:lnTo>
                  <a:pt x="275463" y="16574"/>
                </a:lnTo>
                <a:lnTo>
                  <a:pt x="291656" y="24384"/>
                </a:lnTo>
                <a:lnTo>
                  <a:pt x="305943" y="11811"/>
                </a:lnTo>
                <a:lnTo>
                  <a:pt x="336804" y="11621"/>
                </a:lnTo>
                <a:lnTo>
                  <a:pt x="351854" y="16383"/>
                </a:lnTo>
                <a:lnTo>
                  <a:pt x="367665" y="4001"/>
                </a:lnTo>
                <a:lnTo>
                  <a:pt x="367284" y="41339"/>
                </a:lnTo>
                <a:lnTo>
                  <a:pt x="0" y="41339"/>
                </a:lnTo>
                <a:close/>
              </a:path>
            </a:pathLst>
          </a:custGeom>
          <a:solidFill>
            <a:schemeClr val="accent5"/>
          </a:solidFill>
          <a:ln>
            <a:noFill/>
          </a:ln>
        </p:spPr>
      </p:sp>
      <p:sp>
        <p:nvSpPr>
          <p:cNvPr id="336" name="Google Shape;336;p9"/>
          <p:cNvSpPr/>
          <p:nvPr/>
        </p:nvSpPr>
        <p:spPr>
          <a:xfrm>
            <a:off x="-28575" y="4578111"/>
            <a:ext cx="9191625" cy="584439"/>
          </a:xfrm>
          <a:custGeom>
            <a:rect b="b" l="l" r="r" t="t"/>
            <a:pathLst>
              <a:path extrusionOk="0" h="33910" w="367665">
                <a:moveTo>
                  <a:pt x="381" y="8001"/>
                </a:moveTo>
                <a:lnTo>
                  <a:pt x="16764" y="16266"/>
                </a:lnTo>
                <a:lnTo>
                  <a:pt x="47244" y="16266"/>
                </a:lnTo>
                <a:lnTo>
                  <a:pt x="62484" y="9925"/>
                </a:lnTo>
                <a:lnTo>
                  <a:pt x="77724" y="23434"/>
                </a:lnTo>
                <a:lnTo>
                  <a:pt x="92964" y="23434"/>
                </a:lnTo>
                <a:lnTo>
                  <a:pt x="107442" y="16266"/>
                </a:lnTo>
                <a:lnTo>
                  <a:pt x="122682" y="11855"/>
                </a:lnTo>
                <a:lnTo>
                  <a:pt x="138684" y="11855"/>
                </a:lnTo>
                <a:lnTo>
                  <a:pt x="153924" y="15714"/>
                </a:lnTo>
                <a:lnTo>
                  <a:pt x="168783" y="11028"/>
                </a:lnTo>
                <a:lnTo>
                  <a:pt x="184023" y="18471"/>
                </a:lnTo>
                <a:lnTo>
                  <a:pt x="199644" y="29775"/>
                </a:lnTo>
                <a:lnTo>
                  <a:pt x="214122" y="22055"/>
                </a:lnTo>
                <a:lnTo>
                  <a:pt x="229743" y="22055"/>
                </a:lnTo>
                <a:lnTo>
                  <a:pt x="245364" y="8546"/>
                </a:lnTo>
                <a:lnTo>
                  <a:pt x="260604" y="16266"/>
                </a:lnTo>
                <a:lnTo>
                  <a:pt x="275844" y="16266"/>
                </a:lnTo>
                <a:lnTo>
                  <a:pt x="291084" y="9925"/>
                </a:lnTo>
                <a:lnTo>
                  <a:pt x="321564" y="9925"/>
                </a:lnTo>
                <a:lnTo>
                  <a:pt x="336804" y="23158"/>
                </a:lnTo>
                <a:lnTo>
                  <a:pt x="351282" y="18471"/>
                </a:lnTo>
                <a:lnTo>
                  <a:pt x="367665" y="0"/>
                </a:lnTo>
                <a:lnTo>
                  <a:pt x="367665" y="33910"/>
                </a:lnTo>
                <a:lnTo>
                  <a:pt x="0" y="33910"/>
                </a:lnTo>
                <a:close/>
              </a:path>
            </a:pathLst>
          </a:custGeom>
          <a:solidFill>
            <a:srgbClr val="00CEF6">
              <a:alpha val="73460"/>
            </a:srgbClr>
          </a:solidFill>
          <a:ln>
            <a:noFill/>
          </a:ln>
        </p:spPr>
      </p:sp>
      <p:sp>
        <p:nvSpPr>
          <p:cNvPr id="337" name="Google Shape;337;p9"/>
          <p:cNvSpPr/>
          <p:nvPr/>
        </p:nvSpPr>
        <p:spPr>
          <a:xfrm rot="8100000">
            <a:off x="1847981" y="4252969"/>
            <a:ext cx="122612" cy="122612"/>
          </a:xfrm>
          <a:prstGeom prst="teardrop">
            <a:avLst>
              <a:gd fmla="val 10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9"/>
          <p:cNvSpPr/>
          <p:nvPr/>
        </p:nvSpPr>
        <p:spPr>
          <a:xfrm rot="8100000">
            <a:off x="6038981" y="4536819"/>
            <a:ext cx="122612" cy="122612"/>
          </a:xfrm>
          <a:prstGeom prst="teardrop">
            <a:avLst>
              <a:gd fmla="val 100000"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9"/>
          <p:cNvSpPr/>
          <p:nvPr/>
        </p:nvSpPr>
        <p:spPr>
          <a:xfrm rot="8100000">
            <a:off x="7181981" y="4570169"/>
            <a:ext cx="122612" cy="122612"/>
          </a:xfrm>
          <a:prstGeom prst="teardrop">
            <a:avLst>
              <a:gd fmla="val 10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0" name="Google Shape;340;p9"/>
          <p:cNvGrpSpPr/>
          <p:nvPr/>
        </p:nvGrpSpPr>
        <p:grpSpPr>
          <a:xfrm>
            <a:off x="-9525" y="4462475"/>
            <a:ext cx="9167825" cy="595300"/>
            <a:chOff x="-9525" y="4462475"/>
            <a:chExt cx="9167825" cy="595300"/>
          </a:xfrm>
        </p:grpSpPr>
        <p:sp>
          <p:nvSpPr>
            <p:cNvPr id="341" name="Google Shape;341;p9"/>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chemeClr val="accent2"/>
              </a:solidFill>
              <a:prstDash val="solid"/>
              <a:round/>
              <a:headEnd len="med" w="med" type="none"/>
              <a:tailEnd len="med" w="med" type="none"/>
            </a:ln>
          </p:spPr>
        </p:sp>
        <p:sp>
          <p:nvSpPr>
            <p:cNvPr id="342" name="Google Shape;342;p9"/>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chemeClr val="accent2"/>
              </a:solidFill>
              <a:prstDash val="solid"/>
              <a:round/>
              <a:headEnd len="med" w="med" type="none"/>
              <a:tailEnd len="med" w="med" type="none"/>
            </a:ln>
          </p:spPr>
        </p:sp>
        <p:sp>
          <p:nvSpPr>
            <p:cNvPr id="343" name="Google Shape;343;p9"/>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chemeClr val="accent2"/>
              </a:solidFill>
              <a:prstDash val="solid"/>
              <a:round/>
              <a:headEnd len="med" w="med" type="none"/>
              <a:tailEnd len="med" w="med" type="none"/>
            </a:ln>
          </p:spPr>
        </p:sp>
      </p:grpSp>
      <p:grpSp>
        <p:nvGrpSpPr>
          <p:cNvPr id="344" name="Google Shape;344;p9"/>
          <p:cNvGrpSpPr/>
          <p:nvPr/>
        </p:nvGrpSpPr>
        <p:grpSpPr>
          <a:xfrm>
            <a:off x="-42837" y="4443488"/>
            <a:ext cx="9229575" cy="642788"/>
            <a:chOff x="-42837" y="4443488"/>
            <a:chExt cx="9229575" cy="642788"/>
          </a:xfrm>
        </p:grpSpPr>
        <p:sp>
          <p:nvSpPr>
            <p:cNvPr id="345" name="Google Shape;345;p9"/>
            <p:cNvSpPr/>
            <p:nvPr/>
          </p:nvSpPr>
          <p:spPr>
            <a:xfrm>
              <a:off x="1114450" y="49006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9"/>
            <p:cNvSpPr/>
            <p:nvPr/>
          </p:nvSpPr>
          <p:spPr>
            <a:xfrm>
              <a:off x="1495450" y="502927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9"/>
            <p:cNvSpPr/>
            <p:nvPr/>
          </p:nvSpPr>
          <p:spPr>
            <a:xfrm>
              <a:off x="733450" y="497212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9"/>
            <p:cNvSpPr/>
            <p:nvPr/>
          </p:nvSpPr>
          <p:spPr>
            <a:xfrm>
              <a:off x="352450" y="49626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9"/>
            <p:cNvSpPr/>
            <p:nvPr/>
          </p:nvSpPr>
          <p:spPr>
            <a:xfrm>
              <a:off x="-42837" y="46054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9"/>
            <p:cNvSpPr/>
            <p:nvPr/>
          </p:nvSpPr>
          <p:spPr>
            <a:xfrm>
              <a:off x="1876450" y="48340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9"/>
            <p:cNvSpPr/>
            <p:nvPr/>
          </p:nvSpPr>
          <p:spPr>
            <a:xfrm>
              <a:off x="2257450" y="482925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9"/>
            <p:cNvSpPr/>
            <p:nvPr/>
          </p:nvSpPr>
          <p:spPr>
            <a:xfrm>
              <a:off x="2638450" y="454826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9"/>
            <p:cNvSpPr/>
            <p:nvPr/>
          </p:nvSpPr>
          <p:spPr>
            <a:xfrm>
              <a:off x="3019450" y="46149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9"/>
            <p:cNvSpPr/>
            <p:nvPr/>
          </p:nvSpPr>
          <p:spPr>
            <a:xfrm>
              <a:off x="3400450" y="46149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9"/>
            <p:cNvSpPr/>
            <p:nvPr/>
          </p:nvSpPr>
          <p:spPr>
            <a:xfrm>
              <a:off x="3781450" y="49483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9"/>
            <p:cNvSpPr/>
            <p:nvPr/>
          </p:nvSpPr>
          <p:spPr>
            <a:xfrm>
              <a:off x="4162450" y="49483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9"/>
            <p:cNvSpPr/>
            <p:nvPr/>
          </p:nvSpPr>
          <p:spPr>
            <a:xfrm>
              <a:off x="4543450" y="466732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9"/>
            <p:cNvSpPr/>
            <p:nvPr/>
          </p:nvSpPr>
          <p:spPr>
            <a:xfrm>
              <a:off x="4924450" y="45435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9"/>
            <p:cNvSpPr/>
            <p:nvPr/>
          </p:nvSpPr>
          <p:spPr>
            <a:xfrm>
              <a:off x="5305450" y="47721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9"/>
            <p:cNvSpPr/>
            <p:nvPr/>
          </p:nvSpPr>
          <p:spPr>
            <a:xfrm>
              <a:off x="5686450" y="47721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9"/>
            <p:cNvSpPr/>
            <p:nvPr/>
          </p:nvSpPr>
          <p:spPr>
            <a:xfrm>
              <a:off x="6067450" y="48483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9"/>
            <p:cNvSpPr/>
            <p:nvPr/>
          </p:nvSpPr>
          <p:spPr>
            <a:xfrm>
              <a:off x="6448450" y="47292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9"/>
            <p:cNvSpPr/>
            <p:nvPr/>
          </p:nvSpPr>
          <p:spPr>
            <a:xfrm>
              <a:off x="6829450" y="50245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9"/>
            <p:cNvSpPr/>
            <p:nvPr/>
          </p:nvSpPr>
          <p:spPr>
            <a:xfrm>
              <a:off x="7210450" y="50245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9"/>
            <p:cNvSpPr/>
            <p:nvPr/>
          </p:nvSpPr>
          <p:spPr>
            <a:xfrm>
              <a:off x="7591450" y="44434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9"/>
            <p:cNvSpPr/>
            <p:nvPr/>
          </p:nvSpPr>
          <p:spPr>
            <a:xfrm>
              <a:off x="7972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9"/>
            <p:cNvSpPr/>
            <p:nvPr/>
          </p:nvSpPr>
          <p:spPr>
            <a:xfrm>
              <a:off x="8353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9"/>
            <p:cNvSpPr/>
            <p:nvPr/>
          </p:nvSpPr>
          <p:spPr>
            <a:xfrm>
              <a:off x="8734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9"/>
            <p:cNvSpPr/>
            <p:nvPr/>
          </p:nvSpPr>
          <p:spPr>
            <a:xfrm>
              <a:off x="9129738" y="486735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0" name="Google Shape;370;p9"/>
          <p:cNvSpPr/>
          <p:nvPr/>
        </p:nvSpPr>
        <p:spPr>
          <a:xfrm>
            <a:off x="2990700" y="4586200"/>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9"/>
          <p:cNvSpPr/>
          <p:nvPr/>
        </p:nvSpPr>
        <p:spPr>
          <a:xfrm>
            <a:off x="1085700" y="4871950"/>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9"/>
          <p:cNvSpPr/>
          <p:nvPr/>
        </p:nvSpPr>
        <p:spPr>
          <a:xfrm>
            <a:off x="4895700" y="4516032"/>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9"/>
          <p:cNvSpPr/>
          <p:nvPr/>
        </p:nvSpPr>
        <p:spPr>
          <a:xfrm rot="8100000">
            <a:off x="8699949" y="4329169"/>
            <a:ext cx="122612" cy="122612"/>
          </a:xfrm>
          <a:prstGeom prst="teardrop">
            <a:avLst>
              <a:gd fmla="val 100000"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9"/>
          <p:cNvSpPr txBox="1"/>
          <p:nvPr>
            <p:ph idx="1" type="body"/>
          </p:nvPr>
        </p:nvSpPr>
        <p:spPr>
          <a:xfrm>
            <a:off x="457200" y="3852828"/>
            <a:ext cx="8229600" cy="519600"/>
          </a:xfrm>
          <a:prstGeom prst="rect">
            <a:avLst/>
          </a:prstGeom>
        </p:spPr>
        <p:txBody>
          <a:bodyPr anchorCtr="0" anchor="t" bIns="91425" lIns="91425" spcFirstLastPara="1" rIns="91425" wrap="square" tIns="91425">
            <a:noAutofit/>
          </a:bodyPr>
          <a:lstStyle>
            <a:lvl1pPr indent="-228600" lvl="0" marL="457200" algn="ctr">
              <a:spcBef>
                <a:spcPts val="360"/>
              </a:spcBef>
              <a:spcAft>
                <a:spcPts val="0"/>
              </a:spcAft>
              <a:buClr>
                <a:schemeClr val="accent1"/>
              </a:buClr>
              <a:buSzPts val="1400"/>
              <a:buNone/>
              <a:defRPr sz="1400">
                <a:solidFill>
                  <a:schemeClr val="accent1"/>
                </a:solidFill>
              </a:defRPr>
            </a:lvl1pPr>
          </a:lstStyle>
          <a:p/>
        </p:txBody>
      </p:sp>
      <p:sp>
        <p:nvSpPr>
          <p:cNvPr id="375" name="Google Shape;375;p9"/>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76" name="Shape 376"/>
        <p:cNvGrpSpPr/>
        <p:nvPr/>
      </p:nvGrpSpPr>
      <p:grpSpPr>
        <a:xfrm>
          <a:off x="0" y="0"/>
          <a:ext cx="0" cy="0"/>
          <a:chOff x="0" y="0"/>
          <a:chExt cx="0" cy="0"/>
        </a:xfrm>
      </p:grpSpPr>
      <p:sp>
        <p:nvSpPr>
          <p:cNvPr id="377" name="Google Shape;377;p10"/>
          <p:cNvSpPr/>
          <p:nvPr/>
        </p:nvSpPr>
        <p:spPr>
          <a:xfrm>
            <a:off x="-28575" y="4446775"/>
            <a:ext cx="9191625" cy="712478"/>
          </a:xfrm>
          <a:custGeom>
            <a:rect b="b" l="l" r="r" t="t"/>
            <a:pathLst>
              <a:path extrusionOk="0" h="41339" w="367665">
                <a:moveTo>
                  <a:pt x="381" y="381"/>
                </a:moveTo>
                <a:lnTo>
                  <a:pt x="16574" y="16383"/>
                </a:lnTo>
                <a:lnTo>
                  <a:pt x="31623" y="7430"/>
                </a:lnTo>
                <a:lnTo>
                  <a:pt x="62484" y="7239"/>
                </a:lnTo>
                <a:lnTo>
                  <a:pt x="77724" y="0"/>
                </a:lnTo>
                <a:lnTo>
                  <a:pt x="92964" y="19622"/>
                </a:lnTo>
                <a:lnTo>
                  <a:pt x="108014" y="30861"/>
                </a:lnTo>
                <a:lnTo>
                  <a:pt x="123063" y="30671"/>
                </a:lnTo>
                <a:lnTo>
                  <a:pt x="139065" y="15050"/>
                </a:lnTo>
                <a:lnTo>
                  <a:pt x="154115" y="11430"/>
                </a:lnTo>
                <a:lnTo>
                  <a:pt x="168783" y="3408"/>
                </a:lnTo>
                <a:lnTo>
                  <a:pt x="184404" y="21527"/>
                </a:lnTo>
                <a:lnTo>
                  <a:pt x="199644" y="22155"/>
                </a:lnTo>
                <a:lnTo>
                  <a:pt x="214694" y="36386"/>
                </a:lnTo>
                <a:lnTo>
                  <a:pt x="230124" y="36386"/>
                </a:lnTo>
                <a:lnTo>
                  <a:pt x="246126" y="29147"/>
                </a:lnTo>
                <a:lnTo>
                  <a:pt x="261176" y="29147"/>
                </a:lnTo>
                <a:lnTo>
                  <a:pt x="275463" y="16574"/>
                </a:lnTo>
                <a:lnTo>
                  <a:pt x="291656" y="24384"/>
                </a:lnTo>
                <a:lnTo>
                  <a:pt x="305943" y="11811"/>
                </a:lnTo>
                <a:lnTo>
                  <a:pt x="336804" y="11621"/>
                </a:lnTo>
                <a:lnTo>
                  <a:pt x="351854" y="16383"/>
                </a:lnTo>
                <a:lnTo>
                  <a:pt x="367665" y="4001"/>
                </a:lnTo>
                <a:lnTo>
                  <a:pt x="367284" y="41339"/>
                </a:lnTo>
                <a:lnTo>
                  <a:pt x="0" y="41339"/>
                </a:lnTo>
                <a:close/>
              </a:path>
            </a:pathLst>
          </a:custGeom>
          <a:solidFill>
            <a:schemeClr val="accent5"/>
          </a:solidFill>
          <a:ln>
            <a:noFill/>
          </a:ln>
        </p:spPr>
      </p:sp>
      <p:sp>
        <p:nvSpPr>
          <p:cNvPr id="378" name="Google Shape;378;p10"/>
          <p:cNvSpPr/>
          <p:nvPr/>
        </p:nvSpPr>
        <p:spPr>
          <a:xfrm>
            <a:off x="-28575" y="4578111"/>
            <a:ext cx="9191625" cy="584439"/>
          </a:xfrm>
          <a:custGeom>
            <a:rect b="b" l="l" r="r" t="t"/>
            <a:pathLst>
              <a:path extrusionOk="0" h="33910" w="367665">
                <a:moveTo>
                  <a:pt x="381" y="8001"/>
                </a:moveTo>
                <a:lnTo>
                  <a:pt x="16764" y="16266"/>
                </a:lnTo>
                <a:lnTo>
                  <a:pt x="47244" y="16266"/>
                </a:lnTo>
                <a:lnTo>
                  <a:pt x="62484" y="9925"/>
                </a:lnTo>
                <a:lnTo>
                  <a:pt x="77724" y="23434"/>
                </a:lnTo>
                <a:lnTo>
                  <a:pt x="92964" y="23434"/>
                </a:lnTo>
                <a:lnTo>
                  <a:pt x="107442" y="16266"/>
                </a:lnTo>
                <a:lnTo>
                  <a:pt x="122682" y="11855"/>
                </a:lnTo>
                <a:lnTo>
                  <a:pt x="138684" y="11855"/>
                </a:lnTo>
                <a:lnTo>
                  <a:pt x="153924" y="15714"/>
                </a:lnTo>
                <a:lnTo>
                  <a:pt x="168783" y="11028"/>
                </a:lnTo>
                <a:lnTo>
                  <a:pt x="184023" y="18471"/>
                </a:lnTo>
                <a:lnTo>
                  <a:pt x="199644" y="29775"/>
                </a:lnTo>
                <a:lnTo>
                  <a:pt x="214122" y="22055"/>
                </a:lnTo>
                <a:lnTo>
                  <a:pt x="229743" y="22055"/>
                </a:lnTo>
                <a:lnTo>
                  <a:pt x="245364" y="8546"/>
                </a:lnTo>
                <a:lnTo>
                  <a:pt x="260604" y="16266"/>
                </a:lnTo>
                <a:lnTo>
                  <a:pt x="275844" y="16266"/>
                </a:lnTo>
                <a:lnTo>
                  <a:pt x="291084" y="9925"/>
                </a:lnTo>
                <a:lnTo>
                  <a:pt x="321564" y="9925"/>
                </a:lnTo>
                <a:lnTo>
                  <a:pt x="336804" y="23158"/>
                </a:lnTo>
                <a:lnTo>
                  <a:pt x="351282" y="18471"/>
                </a:lnTo>
                <a:lnTo>
                  <a:pt x="367665" y="0"/>
                </a:lnTo>
                <a:lnTo>
                  <a:pt x="367665" y="33910"/>
                </a:lnTo>
                <a:lnTo>
                  <a:pt x="0" y="33910"/>
                </a:lnTo>
                <a:close/>
              </a:path>
            </a:pathLst>
          </a:custGeom>
          <a:solidFill>
            <a:srgbClr val="00CEF6">
              <a:alpha val="73460"/>
            </a:srgbClr>
          </a:solidFill>
          <a:ln>
            <a:noFill/>
          </a:ln>
        </p:spPr>
      </p:sp>
      <p:sp>
        <p:nvSpPr>
          <p:cNvPr id="379" name="Google Shape;379;p10"/>
          <p:cNvSpPr/>
          <p:nvPr/>
        </p:nvSpPr>
        <p:spPr>
          <a:xfrm rot="8100000">
            <a:off x="1847981" y="4252969"/>
            <a:ext cx="122612" cy="122612"/>
          </a:xfrm>
          <a:prstGeom prst="teardrop">
            <a:avLst>
              <a:gd fmla="val 10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0"/>
          <p:cNvSpPr/>
          <p:nvPr/>
        </p:nvSpPr>
        <p:spPr>
          <a:xfrm rot="8100000">
            <a:off x="6038981" y="4536819"/>
            <a:ext cx="122612" cy="122612"/>
          </a:xfrm>
          <a:prstGeom prst="teardrop">
            <a:avLst>
              <a:gd fmla="val 100000"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0"/>
          <p:cNvSpPr/>
          <p:nvPr/>
        </p:nvSpPr>
        <p:spPr>
          <a:xfrm rot="8100000">
            <a:off x="7181981" y="4570169"/>
            <a:ext cx="122612" cy="122612"/>
          </a:xfrm>
          <a:prstGeom prst="teardrop">
            <a:avLst>
              <a:gd fmla="val 10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2" name="Google Shape;382;p10"/>
          <p:cNvGrpSpPr/>
          <p:nvPr/>
        </p:nvGrpSpPr>
        <p:grpSpPr>
          <a:xfrm>
            <a:off x="-9525" y="4462475"/>
            <a:ext cx="9167825" cy="595300"/>
            <a:chOff x="-9525" y="4462475"/>
            <a:chExt cx="9167825" cy="595300"/>
          </a:xfrm>
        </p:grpSpPr>
        <p:sp>
          <p:nvSpPr>
            <p:cNvPr id="383" name="Google Shape;383;p10"/>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chemeClr val="accent2"/>
              </a:solidFill>
              <a:prstDash val="solid"/>
              <a:round/>
              <a:headEnd len="med" w="med" type="none"/>
              <a:tailEnd len="med" w="med" type="none"/>
            </a:ln>
          </p:spPr>
        </p:sp>
        <p:sp>
          <p:nvSpPr>
            <p:cNvPr id="384" name="Google Shape;384;p10"/>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chemeClr val="accent2"/>
              </a:solidFill>
              <a:prstDash val="solid"/>
              <a:round/>
              <a:headEnd len="med" w="med" type="none"/>
              <a:tailEnd len="med" w="med" type="none"/>
            </a:ln>
          </p:spPr>
        </p:sp>
        <p:sp>
          <p:nvSpPr>
            <p:cNvPr id="385" name="Google Shape;385;p10"/>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chemeClr val="accent2"/>
              </a:solidFill>
              <a:prstDash val="solid"/>
              <a:round/>
              <a:headEnd len="med" w="med" type="none"/>
              <a:tailEnd len="med" w="med" type="none"/>
            </a:ln>
          </p:spPr>
        </p:sp>
      </p:grpSp>
      <p:grpSp>
        <p:nvGrpSpPr>
          <p:cNvPr id="386" name="Google Shape;386;p10"/>
          <p:cNvGrpSpPr/>
          <p:nvPr/>
        </p:nvGrpSpPr>
        <p:grpSpPr>
          <a:xfrm>
            <a:off x="-42837" y="4443488"/>
            <a:ext cx="9229575" cy="642788"/>
            <a:chOff x="-42837" y="4443488"/>
            <a:chExt cx="9229575" cy="642788"/>
          </a:xfrm>
        </p:grpSpPr>
        <p:sp>
          <p:nvSpPr>
            <p:cNvPr id="387" name="Google Shape;387;p10"/>
            <p:cNvSpPr/>
            <p:nvPr/>
          </p:nvSpPr>
          <p:spPr>
            <a:xfrm>
              <a:off x="1114450" y="49006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0"/>
            <p:cNvSpPr/>
            <p:nvPr/>
          </p:nvSpPr>
          <p:spPr>
            <a:xfrm>
              <a:off x="1495450" y="502927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0"/>
            <p:cNvSpPr/>
            <p:nvPr/>
          </p:nvSpPr>
          <p:spPr>
            <a:xfrm>
              <a:off x="733450" y="497212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0"/>
            <p:cNvSpPr/>
            <p:nvPr/>
          </p:nvSpPr>
          <p:spPr>
            <a:xfrm>
              <a:off x="352450" y="49626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0"/>
            <p:cNvSpPr/>
            <p:nvPr/>
          </p:nvSpPr>
          <p:spPr>
            <a:xfrm>
              <a:off x="-42837" y="46054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0"/>
            <p:cNvSpPr/>
            <p:nvPr/>
          </p:nvSpPr>
          <p:spPr>
            <a:xfrm>
              <a:off x="1876450" y="48340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0"/>
            <p:cNvSpPr/>
            <p:nvPr/>
          </p:nvSpPr>
          <p:spPr>
            <a:xfrm>
              <a:off x="2257450" y="482925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0"/>
            <p:cNvSpPr/>
            <p:nvPr/>
          </p:nvSpPr>
          <p:spPr>
            <a:xfrm>
              <a:off x="2638450" y="454826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0"/>
            <p:cNvSpPr/>
            <p:nvPr/>
          </p:nvSpPr>
          <p:spPr>
            <a:xfrm>
              <a:off x="3019450" y="46149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0"/>
            <p:cNvSpPr/>
            <p:nvPr/>
          </p:nvSpPr>
          <p:spPr>
            <a:xfrm>
              <a:off x="3400450" y="46149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0"/>
            <p:cNvSpPr/>
            <p:nvPr/>
          </p:nvSpPr>
          <p:spPr>
            <a:xfrm>
              <a:off x="3781450" y="49483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0"/>
            <p:cNvSpPr/>
            <p:nvPr/>
          </p:nvSpPr>
          <p:spPr>
            <a:xfrm>
              <a:off x="4162450" y="49483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0"/>
            <p:cNvSpPr/>
            <p:nvPr/>
          </p:nvSpPr>
          <p:spPr>
            <a:xfrm>
              <a:off x="4543450" y="466732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0"/>
            <p:cNvSpPr/>
            <p:nvPr/>
          </p:nvSpPr>
          <p:spPr>
            <a:xfrm>
              <a:off x="4924450" y="45435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0"/>
            <p:cNvSpPr/>
            <p:nvPr/>
          </p:nvSpPr>
          <p:spPr>
            <a:xfrm>
              <a:off x="5305450" y="47721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0"/>
            <p:cNvSpPr/>
            <p:nvPr/>
          </p:nvSpPr>
          <p:spPr>
            <a:xfrm>
              <a:off x="5686450" y="47721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0"/>
            <p:cNvSpPr/>
            <p:nvPr/>
          </p:nvSpPr>
          <p:spPr>
            <a:xfrm>
              <a:off x="6067450" y="48483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0"/>
            <p:cNvSpPr/>
            <p:nvPr/>
          </p:nvSpPr>
          <p:spPr>
            <a:xfrm>
              <a:off x="6448450" y="47292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0"/>
            <p:cNvSpPr/>
            <p:nvPr/>
          </p:nvSpPr>
          <p:spPr>
            <a:xfrm>
              <a:off x="6829450" y="50245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0"/>
            <p:cNvSpPr/>
            <p:nvPr/>
          </p:nvSpPr>
          <p:spPr>
            <a:xfrm>
              <a:off x="7210450" y="50245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0"/>
            <p:cNvSpPr/>
            <p:nvPr/>
          </p:nvSpPr>
          <p:spPr>
            <a:xfrm>
              <a:off x="7591450" y="44434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0"/>
            <p:cNvSpPr/>
            <p:nvPr/>
          </p:nvSpPr>
          <p:spPr>
            <a:xfrm>
              <a:off x="7972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0"/>
            <p:cNvSpPr/>
            <p:nvPr/>
          </p:nvSpPr>
          <p:spPr>
            <a:xfrm>
              <a:off x="8353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0"/>
            <p:cNvSpPr/>
            <p:nvPr/>
          </p:nvSpPr>
          <p:spPr>
            <a:xfrm>
              <a:off x="8734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0"/>
            <p:cNvSpPr/>
            <p:nvPr/>
          </p:nvSpPr>
          <p:spPr>
            <a:xfrm>
              <a:off x="9129738" y="486735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2" name="Google Shape;412;p10"/>
          <p:cNvSpPr/>
          <p:nvPr/>
        </p:nvSpPr>
        <p:spPr>
          <a:xfrm>
            <a:off x="2990700" y="4586200"/>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0"/>
          <p:cNvSpPr/>
          <p:nvPr/>
        </p:nvSpPr>
        <p:spPr>
          <a:xfrm>
            <a:off x="1085700" y="4871950"/>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0"/>
          <p:cNvSpPr/>
          <p:nvPr/>
        </p:nvSpPr>
        <p:spPr>
          <a:xfrm>
            <a:off x="4895700" y="4516032"/>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0"/>
          <p:cNvSpPr/>
          <p:nvPr/>
        </p:nvSpPr>
        <p:spPr>
          <a:xfrm rot="8100000">
            <a:off x="8699949" y="4329169"/>
            <a:ext cx="122612" cy="122612"/>
          </a:xfrm>
          <a:prstGeom prst="teardrop">
            <a:avLst>
              <a:gd fmla="val 100000"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0"/>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l graph">
  <p:cSld name="BLANK_2">
    <p:spTree>
      <p:nvGrpSpPr>
        <p:cNvPr id="417" name="Shape 417"/>
        <p:cNvGrpSpPr/>
        <p:nvPr/>
      </p:nvGrpSpPr>
      <p:grpSpPr>
        <a:xfrm>
          <a:off x="0" y="0"/>
          <a:ext cx="0" cy="0"/>
          <a:chOff x="0" y="0"/>
          <a:chExt cx="0" cy="0"/>
        </a:xfrm>
      </p:grpSpPr>
      <p:sp>
        <p:nvSpPr>
          <p:cNvPr id="418" name="Google Shape;418;p11"/>
          <p:cNvSpPr/>
          <p:nvPr/>
        </p:nvSpPr>
        <p:spPr>
          <a:xfrm>
            <a:off x="-20075" y="636775"/>
            <a:ext cx="9203950" cy="4550900"/>
          </a:xfrm>
          <a:custGeom>
            <a:rect b="b" l="l" r="r" t="t"/>
            <a:pathLst>
              <a:path extrusionOk="0" h="182036" w="368158">
                <a:moveTo>
                  <a:pt x="41" y="263"/>
                </a:moveTo>
                <a:lnTo>
                  <a:pt x="16234" y="11294"/>
                </a:lnTo>
                <a:lnTo>
                  <a:pt x="31283" y="5122"/>
                </a:lnTo>
                <a:lnTo>
                  <a:pt x="62144" y="4991"/>
                </a:lnTo>
                <a:lnTo>
                  <a:pt x="77384" y="0"/>
                </a:lnTo>
                <a:lnTo>
                  <a:pt x="92624" y="13527"/>
                </a:lnTo>
                <a:lnTo>
                  <a:pt x="107674" y="21276"/>
                </a:lnTo>
                <a:lnTo>
                  <a:pt x="122723" y="21145"/>
                </a:lnTo>
                <a:lnTo>
                  <a:pt x="138725" y="10375"/>
                </a:lnTo>
                <a:lnTo>
                  <a:pt x="153775" y="7880"/>
                </a:lnTo>
                <a:lnTo>
                  <a:pt x="168443" y="2349"/>
                </a:lnTo>
                <a:lnTo>
                  <a:pt x="184064" y="14841"/>
                </a:lnTo>
                <a:lnTo>
                  <a:pt x="199304" y="15274"/>
                </a:lnTo>
                <a:lnTo>
                  <a:pt x="214354" y="25085"/>
                </a:lnTo>
                <a:lnTo>
                  <a:pt x="229784" y="25085"/>
                </a:lnTo>
                <a:lnTo>
                  <a:pt x="245786" y="20094"/>
                </a:lnTo>
                <a:lnTo>
                  <a:pt x="260836" y="20094"/>
                </a:lnTo>
                <a:lnTo>
                  <a:pt x="275123" y="11426"/>
                </a:lnTo>
                <a:lnTo>
                  <a:pt x="291316" y="16810"/>
                </a:lnTo>
                <a:lnTo>
                  <a:pt x="305603" y="8143"/>
                </a:lnTo>
                <a:lnTo>
                  <a:pt x="336464" y="8012"/>
                </a:lnTo>
                <a:lnTo>
                  <a:pt x="351514" y="11294"/>
                </a:lnTo>
                <a:lnTo>
                  <a:pt x="367325" y="2758"/>
                </a:lnTo>
                <a:lnTo>
                  <a:pt x="368158" y="181769"/>
                </a:lnTo>
                <a:lnTo>
                  <a:pt x="0" y="182036"/>
                </a:lnTo>
                <a:close/>
              </a:path>
            </a:pathLst>
          </a:custGeom>
          <a:solidFill>
            <a:schemeClr val="accent5"/>
          </a:solidFill>
          <a:ln>
            <a:noFill/>
          </a:ln>
        </p:spPr>
      </p:sp>
      <p:sp>
        <p:nvSpPr>
          <p:cNvPr id="419" name="Google Shape;419;p11"/>
          <p:cNvSpPr/>
          <p:nvPr/>
        </p:nvSpPr>
        <p:spPr>
          <a:xfrm>
            <a:off x="-33475" y="768100"/>
            <a:ext cx="9210650" cy="4406200"/>
          </a:xfrm>
          <a:custGeom>
            <a:rect b="b" l="l" r="r" t="t"/>
            <a:pathLst>
              <a:path extrusionOk="0" h="176248" w="368426">
                <a:moveTo>
                  <a:pt x="577" y="5516"/>
                </a:moveTo>
                <a:lnTo>
                  <a:pt x="16960" y="11214"/>
                </a:lnTo>
                <a:lnTo>
                  <a:pt x="47440" y="11214"/>
                </a:lnTo>
                <a:lnTo>
                  <a:pt x="62680" y="6843"/>
                </a:lnTo>
                <a:lnTo>
                  <a:pt x="77920" y="16156"/>
                </a:lnTo>
                <a:lnTo>
                  <a:pt x="93160" y="16156"/>
                </a:lnTo>
                <a:lnTo>
                  <a:pt x="107638" y="11214"/>
                </a:lnTo>
                <a:lnTo>
                  <a:pt x="122878" y="8173"/>
                </a:lnTo>
                <a:lnTo>
                  <a:pt x="138880" y="8173"/>
                </a:lnTo>
                <a:lnTo>
                  <a:pt x="154120" y="10834"/>
                </a:lnTo>
                <a:lnTo>
                  <a:pt x="168979" y="7603"/>
                </a:lnTo>
                <a:lnTo>
                  <a:pt x="184219" y="12734"/>
                </a:lnTo>
                <a:lnTo>
                  <a:pt x="199840" y="20527"/>
                </a:lnTo>
                <a:lnTo>
                  <a:pt x="214318" y="15205"/>
                </a:lnTo>
                <a:lnTo>
                  <a:pt x="229939" y="15205"/>
                </a:lnTo>
                <a:lnTo>
                  <a:pt x="245560" y="5892"/>
                </a:lnTo>
                <a:lnTo>
                  <a:pt x="260800" y="11214"/>
                </a:lnTo>
                <a:lnTo>
                  <a:pt x="276040" y="11214"/>
                </a:lnTo>
                <a:lnTo>
                  <a:pt x="291280" y="6843"/>
                </a:lnTo>
                <a:lnTo>
                  <a:pt x="321760" y="6843"/>
                </a:lnTo>
                <a:lnTo>
                  <a:pt x="337000" y="15966"/>
                </a:lnTo>
                <a:lnTo>
                  <a:pt x="351478" y="12734"/>
                </a:lnTo>
                <a:lnTo>
                  <a:pt x="367861" y="0"/>
                </a:lnTo>
                <a:lnTo>
                  <a:pt x="368426" y="176248"/>
                </a:lnTo>
                <a:lnTo>
                  <a:pt x="0" y="176248"/>
                </a:lnTo>
                <a:close/>
              </a:path>
            </a:pathLst>
          </a:custGeom>
          <a:solidFill>
            <a:srgbClr val="00CEF6">
              <a:alpha val="73460"/>
            </a:srgbClr>
          </a:solidFill>
          <a:ln>
            <a:noFill/>
          </a:ln>
        </p:spPr>
      </p:sp>
      <p:sp>
        <p:nvSpPr>
          <p:cNvPr id="420" name="Google Shape;420;p11"/>
          <p:cNvSpPr/>
          <p:nvPr/>
        </p:nvSpPr>
        <p:spPr>
          <a:xfrm rot="8100000">
            <a:off x="1847981" y="442969"/>
            <a:ext cx="122612" cy="122612"/>
          </a:xfrm>
          <a:prstGeom prst="teardrop">
            <a:avLst>
              <a:gd fmla="val 10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1"/>
          <p:cNvSpPr/>
          <p:nvPr/>
        </p:nvSpPr>
        <p:spPr>
          <a:xfrm rot="8100000">
            <a:off x="6038981" y="726819"/>
            <a:ext cx="122612" cy="122612"/>
          </a:xfrm>
          <a:prstGeom prst="teardrop">
            <a:avLst>
              <a:gd fmla="val 100000"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1"/>
          <p:cNvSpPr/>
          <p:nvPr/>
        </p:nvSpPr>
        <p:spPr>
          <a:xfrm rot="8100000">
            <a:off x="7181981" y="760169"/>
            <a:ext cx="122612" cy="122612"/>
          </a:xfrm>
          <a:prstGeom prst="teardrop">
            <a:avLst>
              <a:gd fmla="val 10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3" name="Google Shape;423;p11"/>
          <p:cNvGrpSpPr/>
          <p:nvPr/>
        </p:nvGrpSpPr>
        <p:grpSpPr>
          <a:xfrm>
            <a:off x="-9525" y="652475"/>
            <a:ext cx="9167825" cy="595300"/>
            <a:chOff x="-9525" y="4462475"/>
            <a:chExt cx="9167825" cy="595300"/>
          </a:xfrm>
        </p:grpSpPr>
        <p:sp>
          <p:nvSpPr>
            <p:cNvPr id="424" name="Google Shape;424;p11"/>
            <p:cNvSpPr/>
            <p:nvPr/>
          </p:nvSpPr>
          <p:spPr>
            <a:xfrm>
              <a:off x="-9525" y="4581525"/>
              <a:ext cx="4205300" cy="476250"/>
            </a:xfrm>
            <a:custGeom>
              <a:rect b="b" l="l" r="r" t="t"/>
              <a:pathLst>
                <a:path extrusionOk="0" h="19050" w="168212">
                  <a:moveTo>
                    <a:pt x="0" y="1715"/>
                  </a:moveTo>
                  <a:lnTo>
                    <a:pt x="15812" y="16574"/>
                  </a:lnTo>
                  <a:lnTo>
                    <a:pt x="31052" y="16574"/>
                  </a:lnTo>
                  <a:lnTo>
                    <a:pt x="46292" y="14097"/>
                  </a:lnTo>
                  <a:lnTo>
                    <a:pt x="61532" y="19050"/>
                  </a:lnTo>
                  <a:lnTo>
                    <a:pt x="76581" y="11240"/>
                  </a:lnTo>
                  <a:lnTo>
                    <a:pt x="92012" y="11240"/>
                  </a:lnTo>
                  <a:lnTo>
                    <a:pt x="106871" y="0"/>
                  </a:lnTo>
                  <a:lnTo>
                    <a:pt x="122111" y="2667"/>
                  </a:lnTo>
                  <a:lnTo>
                    <a:pt x="137541" y="2667"/>
                  </a:lnTo>
                  <a:lnTo>
                    <a:pt x="152972" y="16002"/>
                  </a:lnTo>
                  <a:lnTo>
                    <a:pt x="168212" y="16002"/>
                  </a:lnTo>
                </a:path>
              </a:pathLst>
            </a:custGeom>
            <a:noFill/>
            <a:ln cap="flat" cmpd="sng" w="9525">
              <a:solidFill>
                <a:schemeClr val="accent2"/>
              </a:solidFill>
              <a:prstDash val="solid"/>
              <a:round/>
              <a:headEnd len="med" w="med" type="none"/>
              <a:tailEnd len="med" w="med" type="none"/>
            </a:ln>
          </p:spPr>
        </p:sp>
        <p:sp>
          <p:nvSpPr>
            <p:cNvPr id="425" name="Google Shape;425;p11"/>
            <p:cNvSpPr/>
            <p:nvPr/>
          </p:nvSpPr>
          <p:spPr>
            <a:xfrm>
              <a:off x="4195775" y="4462475"/>
              <a:ext cx="3424225" cy="590550"/>
            </a:xfrm>
            <a:custGeom>
              <a:rect b="b" l="l" r="r" t="t"/>
              <a:pathLst>
                <a:path extrusionOk="0" h="23622" w="136969">
                  <a:moveTo>
                    <a:pt x="0" y="20955"/>
                  </a:moveTo>
                  <a:lnTo>
                    <a:pt x="15049" y="9144"/>
                  </a:lnTo>
                  <a:lnTo>
                    <a:pt x="30480" y="4381"/>
                  </a:lnTo>
                  <a:lnTo>
                    <a:pt x="45720" y="13716"/>
                  </a:lnTo>
                  <a:lnTo>
                    <a:pt x="60769" y="13716"/>
                  </a:lnTo>
                  <a:lnTo>
                    <a:pt x="76009" y="16573"/>
                  </a:lnTo>
                  <a:lnTo>
                    <a:pt x="91249" y="11811"/>
                  </a:lnTo>
                  <a:lnTo>
                    <a:pt x="106680" y="23622"/>
                  </a:lnTo>
                  <a:lnTo>
                    <a:pt x="122110" y="23622"/>
                  </a:lnTo>
                  <a:lnTo>
                    <a:pt x="136969" y="0"/>
                  </a:lnTo>
                </a:path>
              </a:pathLst>
            </a:custGeom>
            <a:noFill/>
            <a:ln cap="flat" cmpd="sng" w="9525">
              <a:solidFill>
                <a:schemeClr val="accent2"/>
              </a:solidFill>
              <a:prstDash val="solid"/>
              <a:round/>
              <a:headEnd len="med" w="med" type="none"/>
              <a:tailEnd len="med" w="med" type="none"/>
            </a:ln>
          </p:spPr>
        </p:sp>
        <p:sp>
          <p:nvSpPr>
            <p:cNvPr id="426" name="Google Shape;426;p11"/>
            <p:cNvSpPr/>
            <p:nvPr/>
          </p:nvSpPr>
          <p:spPr>
            <a:xfrm>
              <a:off x="7624775" y="4472000"/>
              <a:ext cx="1533525" cy="414325"/>
            </a:xfrm>
            <a:custGeom>
              <a:rect b="b" l="l" r="r" t="t"/>
              <a:pathLst>
                <a:path extrusionOk="0" h="16573" w="61341">
                  <a:moveTo>
                    <a:pt x="0" y="0"/>
                  </a:moveTo>
                  <a:lnTo>
                    <a:pt x="15049" y="4762"/>
                  </a:lnTo>
                  <a:lnTo>
                    <a:pt x="30670" y="4762"/>
                  </a:lnTo>
                  <a:lnTo>
                    <a:pt x="45910" y="4762"/>
                  </a:lnTo>
                  <a:lnTo>
                    <a:pt x="61341" y="16573"/>
                  </a:lnTo>
                </a:path>
              </a:pathLst>
            </a:custGeom>
            <a:noFill/>
            <a:ln cap="flat" cmpd="sng" w="9525">
              <a:solidFill>
                <a:schemeClr val="accent2"/>
              </a:solidFill>
              <a:prstDash val="solid"/>
              <a:round/>
              <a:headEnd len="med" w="med" type="none"/>
              <a:tailEnd len="med" w="med" type="none"/>
            </a:ln>
          </p:spPr>
        </p:sp>
      </p:grpSp>
      <p:grpSp>
        <p:nvGrpSpPr>
          <p:cNvPr id="427" name="Google Shape;427;p11"/>
          <p:cNvGrpSpPr/>
          <p:nvPr/>
        </p:nvGrpSpPr>
        <p:grpSpPr>
          <a:xfrm>
            <a:off x="-42837" y="633488"/>
            <a:ext cx="9229575" cy="642787"/>
            <a:chOff x="-42837" y="4443488"/>
            <a:chExt cx="9229575" cy="642787"/>
          </a:xfrm>
        </p:grpSpPr>
        <p:sp>
          <p:nvSpPr>
            <p:cNvPr id="428" name="Google Shape;428;p11"/>
            <p:cNvSpPr/>
            <p:nvPr/>
          </p:nvSpPr>
          <p:spPr>
            <a:xfrm>
              <a:off x="1114450" y="49006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1"/>
            <p:cNvSpPr/>
            <p:nvPr/>
          </p:nvSpPr>
          <p:spPr>
            <a:xfrm>
              <a:off x="1495450" y="502927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1"/>
            <p:cNvSpPr/>
            <p:nvPr/>
          </p:nvSpPr>
          <p:spPr>
            <a:xfrm>
              <a:off x="733450" y="497212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1"/>
            <p:cNvSpPr/>
            <p:nvPr/>
          </p:nvSpPr>
          <p:spPr>
            <a:xfrm>
              <a:off x="352450" y="49626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1"/>
            <p:cNvSpPr/>
            <p:nvPr/>
          </p:nvSpPr>
          <p:spPr>
            <a:xfrm>
              <a:off x="-42837" y="46054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1"/>
            <p:cNvSpPr/>
            <p:nvPr/>
          </p:nvSpPr>
          <p:spPr>
            <a:xfrm>
              <a:off x="1876450" y="48340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1"/>
            <p:cNvSpPr/>
            <p:nvPr/>
          </p:nvSpPr>
          <p:spPr>
            <a:xfrm>
              <a:off x="2257450" y="482925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1"/>
            <p:cNvSpPr/>
            <p:nvPr/>
          </p:nvSpPr>
          <p:spPr>
            <a:xfrm>
              <a:off x="2638450" y="454826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1"/>
            <p:cNvSpPr/>
            <p:nvPr/>
          </p:nvSpPr>
          <p:spPr>
            <a:xfrm>
              <a:off x="3019450" y="46149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1"/>
            <p:cNvSpPr/>
            <p:nvPr/>
          </p:nvSpPr>
          <p:spPr>
            <a:xfrm>
              <a:off x="3400450" y="46149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1"/>
            <p:cNvSpPr/>
            <p:nvPr/>
          </p:nvSpPr>
          <p:spPr>
            <a:xfrm>
              <a:off x="3781450" y="49483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1"/>
            <p:cNvSpPr/>
            <p:nvPr/>
          </p:nvSpPr>
          <p:spPr>
            <a:xfrm>
              <a:off x="4162450" y="49483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1"/>
            <p:cNvSpPr/>
            <p:nvPr/>
          </p:nvSpPr>
          <p:spPr>
            <a:xfrm>
              <a:off x="4543450" y="4667325"/>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1"/>
            <p:cNvSpPr/>
            <p:nvPr/>
          </p:nvSpPr>
          <p:spPr>
            <a:xfrm>
              <a:off x="4924450" y="45435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1"/>
            <p:cNvSpPr/>
            <p:nvPr/>
          </p:nvSpPr>
          <p:spPr>
            <a:xfrm>
              <a:off x="5305450" y="47721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1"/>
            <p:cNvSpPr/>
            <p:nvPr/>
          </p:nvSpPr>
          <p:spPr>
            <a:xfrm>
              <a:off x="5686450" y="47721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1"/>
            <p:cNvSpPr/>
            <p:nvPr/>
          </p:nvSpPr>
          <p:spPr>
            <a:xfrm>
              <a:off x="6067450" y="484830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1"/>
            <p:cNvSpPr/>
            <p:nvPr/>
          </p:nvSpPr>
          <p:spPr>
            <a:xfrm>
              <a:off x="6448450" y="472923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1"/>
            <p:cNvSpPr/>
            <p:nvPr/>
          </p:nvSpPr>
          <p:spPr>
            <a:xfrm>
              <a:off x="6829450" y="50245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1"/>
            <p:cNvSpPr/>
            <p:nvPr/>
          </p:nvSpPr>
          <p:spPr>
            <a:xfrm>
              <a:off x="7210450" y="5024513"/>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1"/>
            <p:cNvSpPr/>
            <p:nvPr/>
          </p:nvSpPr>
          <p:spPr>
            <a:xfrm>
              <a:off x="7591450" y="44434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1"/>
            <p:cNvSpPr/>
            <p:nvPr/>
          </p:nvSpPr>
          <p:spPr>
            <a:xfrm>
              <a:off x="7972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1"/>
            <p:cNvSpPr/>
            <p:nvPr/>
          </p:nvSpPr>
          <p:spPr>
            <a:xfrm>
              <a:off x="8353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1"/>
            <p:cNvSpPr/>
            <p:nvPr/>
          </p:nvSpPr>
          <p:spPr>
            <a:xfrm>
              <a:off x="8734450" y="4557788"/>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1"/>
            <p:cNvSpPr/>
            <p:nvPr/>
          </p:nvSpPr>
          <p:spPr>
            <a:xfrm>
              <a:off x="9129738" y="4867350"/>
              <a:ext cx="57000" cy="57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3" name="Google Shape;453;p11"/>
          <p:cNvSpPr/>
          <p:nvPr/>
        </p:nvSpPr>
        <p:spPr>
          <a:xfrm>
            <a:off x="2990700" y="776200"/>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1"/>
          <p:cNvSpPr/>
          <p:nvPr/>
        </p:nvSpPr>
        <p:spPr>
          <a:xfrm>
            <a:off x="1085700" y="1061950"/>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1"/>
          <p:cNvSpPr/>
          <p:nvPr/>
        </p:nvSpPr>
        <p:spPr>
          <a:xfrm>
            <a:off x="4895700" y="706032"/>
            <a:ext cx="114600" cy="1146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1"/>
          <p:cNvSpPr/>
          <p:nvPr/>
        </p:nvSpPr>
        <p:spPr>
          <a:xfrm rot="8100000">
            <a:off x="8699949" y="519169"/>
            <a:ext cx="122612" cy="122612"/>
          </a:xfrm>
          <a:prstGeom prst="teardrop">
            <a:avLst>
              <a:gd fmla="val 100000"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1"/>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letely blank">
  <p:cSld name="BLANK_1">
    <p:spTree>
      <p:nvGrpSpPr>
        <p:cNvPr id="458" name="Shape 458"/>
        <p:cNvGrpSpPr/>
        <p:nvPr/>
      </p:nvGrpSpPr>
      <p:grpSpPr>
        <a:xfrm>
          <a:off x="0" y="0"/>
          <a:ext cx="0" cy="0"/>
          <a:chOff x="0" y="0"/>
          <a:chExt cx="0" cy="0"/>
        </a:xfrm>
      </p:grpSpPr>
      <p:sp>
        <p:nvSpPr>
          <p:cNvPr id="459" name="Google Shape;459;p12"/>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chemeClr val="lt1"/>
        </a:solidFill>
      </p:bgPr>
    </p:bg>
    <p:spTree>
      <p:nvGrpSpPr>
        <p:cNvPr id="5" name="Shape 5"/>
        <p:cNvGrpSpPr/>
        <p:nvPr/>
      </p:nvGrpSpPr>
      <p:grpSpPr>
        <a:xfrm>
          <a:off x="0" y="0"/>
          <a:ext cx="0" cy="0"/>
          <a:chOff x="0" y="0"/>
          <a:chExt cx="0" cy="0"/>
        </a:xfrm>
      </p:grpSpPr>
      <p:grpSp>
        <p:nvGrpSpPr>
          <p:cNvPr id="6" name="Google Shape;6;p1"/>
          <p:cNvGrpSpPr/>
          <p:nvPr/>
        </p:nvGrpSpPr>
        <p:grpSpPr>
          <a:xfrm>
            <a:off x="381000" y="7"/>
            <a:ext cx="8382000" cy="5162348"/>
            <a:chOff x="381000" y="-18750"/>
            <a:chExt cx="8382000" cy="5181000"/>
          </a:xfrm>
        </p:grpSpPr>
        <p:cxnSp>
          <p:nvCxnSpPr>
            <p:cNvPr id="7" name="Google Shape;7;p1"/>
            <p:cNvCxnSpPr/>
            <p:nvPr/>
          </p:nvCxnSpPr>
          <p:spPr>
            <a:xfrm>
              <a:off x="762000" y="-18750"/>
              <a:ext cx="0" cy="5181000"/>
            </a:xfrm>
            <a:prstGeom prst="straightConnector1">
              <a:avLst/>
            </a:prstGeom>
            <a:noFill/>
            <a:ln cap="flat" cmpd="sng" w="9525">
              <a:solidFill>
                <a:srgbClr val="F3F3F3"/>
              </a:solidFill>
              <a:prstDash val="solid"/>
              <a:round/>
              <a:headEnd len="med" w="med" type="none"/>
              <a:tailEnd len="med" w="med" type="none"/>
            </a:ln>
          </p:spPr>
        </p:cxnSp>
        <p:cxnSp>
          <p:nvCxnSpPr>
            <p:cNvPr id="8" name="Google Shape;8;p1"/>
            <p:cNvCxnSpPr/>
            <p:nvPr/>
          </p:nvCxnSpPr>
          <p:spPr>
            <a:xfrm>
              <a:off x="1524000" y="-18750"/>
              <a:ext cx="0" cy="5181000"/>
            </a:xfrm>
            <a:prstGeom prst="straightConnector1">
              <a:avLst/>
            </a:prstGeom>
            <a:noFill/>
            <a:ln cap="flat" cmpd="sng" w="9525">
              <a:solidFill>
                <a:srgbClr val="F3F3F3"/>
              </a:solidFill>
              <a:prstDash val="solid"/>
              <a:round/>
              <a:headEnd len="med" w="med" type="none"/>
              <a:tailEnd len="med" w="med" type="none"/>
            </a:ln>
          </p:spPr>
        </p:cxnSp>
        <p:cxnSp>
          <p:nvCxnSpPr>
            <p:cNvPr id="9" name="Google Shape;9;p1"/>
            <p:cNvCxnSpPr/>
            <p:nvPr/>
          </p:nvCxnSpPr>
          <p:spPr>
            <a:xfrm>
              <a:off x="2286000" y="-18750"/>
              <a:ext cx="0" cy="5181000"/>
            </a:xfrm>
            <a:prstGeom prst="straightConnector1">
              <a:avLst/>
            </a:prstGeom>
            <a:noFill/>
            <a:ln cap="flat" cmpd="sng" w="9525">
              <a:solidFill>
                <a:srgbClr val="F3F3F3"/>
              </a:solidFill>
              <a:prstDash val="solid"/>
              <a:round/>
              <a:headEnd len="med" w="med" type="none"/>
              <a:tailEnd len="med" w="med" type="none"/>
            </a:ln>
          </p:spPr>
        </p:cxnSp>
        <p:cxnSp>
          <p:nvCxnSpPr>
            <p:cNvPr id="10" name="Google Shape;10;p1"/>
            <p:cNvCxnSpPr/>
            <p:nvPr/>
          </p:nvCxnSpPr>
          <p:spPr>
            <a:xfrm>
              <a:off x="3048000" y="-18750"/>
              <a:ext cx="0" cy="5181000"/>
            </a:xfrm>
            <a:prstGeom prst="straightConnector1">
              <a:avLst/>
            </a:prstGeom>
            <a:noFill/>
            <a:ln cap="flat" cmpd="sng" w="9525">
              <a:solidFill>
                <a:srgbClr val="F3F3F3"/>
              </a:solidFill>
              <a:prstDash val="solid"/>
              <a:round/>
              <a:headEnd len="med" w="med" type="none"/>
              <a:tailEnd len="med" w="med" type="none"/>
            </a:ln>
          </p:spPr>
        </p:cxnSp>
        <p:cxnSp>
          <p:nvCxnSpPr>
            <p:cNvPr id="11" name="Google Shape;11;p1"/>
            <p:cNvCxnSpPr/>
            <p:nvPr/>
          </p:nvCxnSpPr>
          <p:spPr>
            <a:xfrm>
              <a:off x="3810000" y="-18750"/>
              <a:ext cx="0" cy="5181000"/>
            </a:xfrm>
            <a:prstGeom prst="straightConnector1">
              <a:avLst/>
            </a:prstGeom>
            <a:noFill/>
            <a:ln cap="flat" cmpd="sng" w="9525">
              <a:solidFill>
                <a:srgbClr val="F3F3F3"/>
              </a:solidFill>
              <a:prstDash val="solid"/>
              <a:round/>
              <a:headEnd len="med" w="med" type="none"/>
              <a:tailEnd len="med" w="med" type="none"/>
            </a:ln>
          </p:spPr>
        </p:cxnSp>
        <p:cxnSp>
          <p:nvCxnSpPr>
            <p:cNvPr id="12" name="Google Shape;12;p1"/>
            <p:cNvCxnSpPr/>
            <p:nvPr/>
          </p:nvCxnSpPr>
          <p:spPr>
            <a:xfrm>
              <a:off x="4572000" y="-18750"/>
              <a:ext cx="0" cy="5181000"/>
            </a:xfrm>
            <a:prstGeom prst="straightConnector1">
              <a:avLst/>
            </a:prstGeom>
            <a:noFill/>
            <a:ln cap="flat" cmpd="sng" w="9525">
              <a:solidFill>
                <a:srgbClr val="F3F3F3"/>
              </a:solidFill>
              <a:prstDash val="solid"/>
              <a:round/>
              <a:headEnd len="med" w="med" type="none"/>
              <a:tailEnd len="med" w="med" type="none"/>
            </a:ln>
          </p:spPr>
        </p:cxnSp>
        <p:cxnSp>
          <p:nvCxnSpPr>
            <p:cNvPr id="13" name="Google Shape;13;p1"/>
            <p:cNvCxnSpPr/>
            <p:nvPr/>
          </p:nvCxnSpPr>
          <p:spPr>
            <a:xfrm>
              <a:off x="5334000" y="-18750"/>
              <a:ext cx="0" cy="5181000"/>
            </a:xfrm>
            <a:prstGeom prst="straightConnector1">
              <a:avLst/>
            </a:prstGeom>
            <a:noFill/>
            <a:ln cap="flat" cmpd="sng" w="9525">
              <a:solidFill>
                <a:srgbClr val="F3F3F3"/>
              </a:solidFill>
              <a:prstDash val="solid"/>
              <a:round/>
              <a:headEnd len="med" w="med" type="none"/>
              <a:tailEnd len="med" w="med" type="none"/>
            </a:ln>
          </p:spPr>
        </p:cxnSp>
        <p:cxnSp>
          <p:nvCxnSpPr>
            <p:cNvPr id="14" name="Google Shape;14;p1"/>
            <p:cNvCxnSpPr/>
            <p:nvPr/>
          </p:nvCxnSpPr>
          <p:spPr>
            <a:xfrm>
              <a:off x="6096000" y="-18750"/>
              <a:ext cx="0" cy="5181000"/>
            </a:xfrm>
            <a:prstGeom prst="straightConnector1">
              <a:avLst/>
            </a:prstGeom>
            <a:noFill/>
            <a:ln cap="flat" cmpd="sng" w="9525">
              <a:solidFill>
                <a:srgbClr val="F3F3F3"/>
              </a:solidFill>
              <a:prstDash val="solid"/>
              <a:round/>
              <a:headEnd len="med" w="med" type="none"/>
              <a:tailEnd len="med" w="med" type="none"/>
            </a:ln>
          </p:spPr>
        </p:cxnSp>
        <p:cxnSp>
          <p:nvCxnSpPr>
            <p:cNvPr id="15" name="Google Shape;15;p1"/>
            <p:cNvCxnSpPr/>
            <p:nvPr/>
          </p:nvCxnSpPr>
          <p:spPr>
            <a:xfrm>
              <a:off x="6858000" y="-18750"/>
              <a:ext cx="0" cy="5181000"/>
            </a:xfrm>
            <a:prstGeom prst="straightConnector1">
              <a:avLst/>
            </a:prstGeom>
            <a:noFill/>
            <a:ln cap="flat" cmpd="sng" w="9525">
              <a:solidFill>
                <a:srgbClr val="F3F3F3"/>
              </a:solidFill>
              <a:prstDash val="solid"/>
              <a:round/>
              <a:headEnd len="med" w="med" type="none"/>
              <a:tailEnd len="med" w="med" type="none"/>
            </a:ln>
          </p:spPr>
        </p:cxnSp>
        <p:cxnSp>
          <p:nvCxnSpPr>
            <p:cNvPr id="16" name="Google Shape;16;p1"/>
            <p:cNvCxnSpPr/>
            <p:nvPr/>
          </p:nvCxnSpPr>
          <p:spPr>
            <a:xfrm>
              <a:off x="7620000" y="-18750"/>
              <a:ext cx="0" cy="5181000"/>
            </a:xfrm>
            <a:prstGeom prst="straightConnector1">
              <a:avLst/>
            </a:prstGeom>
            <a:noFill/>
            <a:ln cap="flat" cmpd="sng" w="9525">
              <a:solidFill>
                <a:srgbClr val="F3F3F3"/>
              </a:solidFill>
              <a:prstDash val="solid"/>
              <a:round/>
              <a:headEnd len="med" w="med" type="none"/>
              <a:tailEnd len="med" w="med" type="none"/>
            </a:ln>
          </p:spPr>
        </p:cxnSp>
        <p:cxnSp>
          <p:nvCxnSpPr>
            <p:cNvPr id="17" name="Google Shape;17;p1"/>
            <p:cNvCxnSpPr/>
            <p:nvPr/>
          </p:nvCxnSpPr>
          <p:spPr>
            <a:xfrm>
              <a:off x="8382000" y="-18750"/>
              <a:ext cx="0" cy="5181000"/>
            </a:xfrm>
            <a:prstGeom prst="straightConnector1">
              <a:avLst/>
            </a:prstGeom>
            <a:noFill/>
            <a:ln cap="flat" cmpd="sng" w="9525">
              <a:solidFill>
                <a:srgbClr val="F3F3F3"/>
              </a:solidFill>
              <a:prstDash val="solid"/>
              <a:round/>
              <a:headEnd len="med" w="med" type="none"/>
              <a:tailEnd len="med" w="med" type="none"/>
            </a:ln>
          </p:spPr>
        </p:cxnSp>
        <p:cxnSp>
          <p:nvCxnSpPr>
            <p:cNvPr id="18" name="Google Shape;18;p1"/>
            <p:cNvCxnSpPr/>
            <p:nvPr/>
          </p:nvCxnSpPr>
          <p:spPr>
            <a:xfrm>
              <a:off x="381000" y="-18750"/>
              <a:ext cx="0" cy="5181000"/>
            </a:xfrm>
            <a:prstGeom prst="straightConnector1">
              <a:avLst/>
            </a:prstGeom>
            <a:noFill/>
            <a:ln cap="flat" cmpd="sng" w="9525">
              <a:solidFill>
                <a:srgbClr val="F3F3F3"/>
              </a:solidFill>
              <a:prstDash val="dash"/>
              <a:round/>
              <a:headEnd len="med" w="med" type="none"/>
              <a:tailEnd len="med" w="med" type="none"/>
            </a:ln>
          </p:spPr>
        </p:cxnSp>
        <p:cxnSp>
          <p:nvCxnSpPr>
            <p:cNvPr id="19" name="Google Shape;19;p1"/>
            <p:cNvCxnSpPr/>
            <p:nvPr/>
          </p:nvCxnSpPr>
          <p:spPr>
            <a:xfrm>
              <a:off x="1143000" y="-18750"/>
              <a:ext cx="0" cy="5181000"/>
            </a:xfrm>
            <a:prstGeom prst="straightConnector1">
              <a:avLst/>
            </a:prstGeom>
            <a:noFill/>
            <a:ln cap="flat" cmpd="sng" w="9525">
              <a:solidFill>
                <a:srgbClr val="F3F3F3"/>
              </a:solidFill>
              <a:prstDash val="dash"/>
              <a:round/>
              <a:headEnd len="med" w="med" type="none"/>
              <a:tailEnd len="med" w="med" type="none"/>
            </a:ln>
          </p:spPr>
        </p:cxnSp>
        <p:cxnSp>
          <p:nvCxnSpPr>
            <p:cNvPr id="20" name="Google Shape;20;p1"/>
            <p:cNvCxnSpPr/>
            <p:nvPr/>
          </p:nvCxnSpPr>
          <p:spPr>
            <a:xfrm>
              <a:off x="1905000" y="-18750"/>
              <a:ext cx="0" cy="5181000"/>
            </a:xfrm>
            <a:prstGeom prst="straightConnector1">
              <a:avLst/>
            </a:prstGeom>
            <a:noFill/>
            <a:ln cap="flat" cmpd="sng" w="9525">
              <a:solidFill>
                <a:srgbClr val="F3F3F3"/>
              </a:solidFill>
              <a:prstDash val="dash"/>
              <a:round/>
              <a:headEnd len="med" w="med" type="none"/>
              <a:tailEnd len="med" w="med" type="none"/>
            </a:ln>
          </p:spPr>
        </p:cxnSp>
        <p:cxnSp>
          <p:nvCxnSpPr>
            <p:cNvPr id="21" name="Google Shape;21;p1"/>
            <p:cNvCxnSpPr/>
            <p:nvPr/>
          </p:nvCxnSpPr>
          <p:spPr>
            <a:xfrm>
              <a:off x="2667000" y="-18750"/>
              <a:ext cx="0" cy="5181000"/>
            </a:xfrm>
            <a:prstGeom prst="straightConnector1">
              <a:avLst/>
            </a:prstGeom>
            <a:noFill/>
            <a:ln cap="flat" cmpd="sng" w="9525">
              <a:solidFill>
                <a:srgbClr val="F3F3F3"/>
              </a:solidFill>
              <a:prstDash val="dash"/>
              <a:round/>
              <a:headEnd len="med" w="med" type="none"/>
              <a:tailEnd len="med" w="med" type="none"/>
            </a:ln>
          </p:spPr>
        </p:cxnSp>
        <p:cxnSp>
          <p:nvCxnSpPr>
            <p:cNvPr id="22" name="Google Shape;22;p1"/>
            <p:cNvCxnSpPr/>
            <p:nvPr/>
          </p:nvCxnSpPr>
          <p:spPr>
            <a:xfrm>
              <a:off x="3429000" y="-18750"/>
              <a:ext cx="0" cy="5181000"/>
            </a:xfrm>
            <a:prstGeom prst="straightConnector1">
              <a:avLst/>
            </a:prstGeom>
            <a:noFill/>
            <a:ln cap="flat" cmpd="sng" w="9525">
              <a:solidFill>
                <a:srgbClr val="F3F3F3"/>
              </a:solidFill>
              <a:prstDash val="dash"/>
              <a:round/>
              <a:headEnd len="med" w="med" type="none"/>
              <a:tailEnd len="med" w="med" type="none"/>
            </a:ln>
          </p:spPr>
        </p:cxnSp>
        <p:cxnSp>
          <p:nvCxnSpPr>
            <p:cNvPr id="23" name="Google Shape;23;p1"/>
            <p:cNvCxnSpPr/>
            <p:nvPr/>
          </p:nvCxnSpPr>
          <p:spPr>
            <a:xfrm>
              <a:off x="4191000" y="-18750"/>
              <a:ext cx="0" cy="5181000"/>
            </a:xfrm>
            <a:prstGeom prst="straightConnector1">
              <a:avLst/>
            </a:prstGeom>
            <a:noFill/>
            <a:ln cap="flat" cmpd="sng" w="9525">
              <a:solidFill>
                <a:srgbClr val="F3F3F3"/>
              </a:solidFill>
              <a:prstDash val="dash"/>
              <a:round/>
              <a:headEnd len="med" w="med" type="none"/>
              <a:tailEnd len="med" w="med" type="none"/>
            </a:ln>
          </p:spPr>
        </p:cxnSp>
        <p:cxnSp>
          <p:nvCxnSpPr>
            <p:cNvPr id="24" name="Google Shape;24;p1"/>
            <p:cNvCxnSpPr/>
            <p:nvPr/>
          </p:nvCxnSpPr>
          <p:spPr>
            <a:xfrm>
              <a:off x="4953000" y="-18750"/>
              <a:ext cx="0" cy="5181000"/>
            </a:xfrm>
            <a:prstGeom prst="straightConnector1">
              <a:avLst/>
            </a:prstGeom>
            <a:noFill/>
            <a:ln cap="flat" cmpd="sng" w="9525">
              <a:solidFill>
                <a:srgbClr val="F3F3F3"/>
              </a:solidFill>
              <a:prstDash val="dash"/>
              <a:round/>
              <a:headEnd len="med" w="med" type="none"/>
              <a:tailEnd len="med" w="med" type="none"/>
            </a:ln>
          </p:spPr>
        </p:cxnSp>
        <p:cxnSp>
          <p:nvCxnSpPr>
            <p:cNvPr id="25" name="Google Shape;25;p1"/>
            <p:cNvCxnSpPr/>
            <p:nvPr/>
          </p:nvCxnSpPr>
          <p:spPr>
            <a:xfrm>
              <a:off x="5715000" y="-18750"/>
              <a:ext cx="0" cy="5181000"/>
            </a:xfrm>
            <a:prstGeom prst="straightConnector1">
              <a:avLst/>
            </a:prstGeom>
            <a:noFill/>
            <a:ln cap="flat" cmpd="sng" w="9525">
              <a:solidFill>
                <a:srgbClr val="F3F3F3"/>
              </a:solidFill>
              <a:prstDash val="dash"/>
              <a:round/>
              <a:headEnd len="med" w="med" type="none"/>
              <a:tailEnd len="med" w="med" type="none"/>
            </a:ln>
          </p:spPr>
        </p:cxnSp>
        <p:cxnSp>
          <p:nvCxnSpPr>
            <p:cNvPr id="26" name="Google Shape;26;p1"/>
            <p:cNvCxnSpPr/>
            <p:nvPr/>
          </p:nvCxnSpPr>
          <p:spPr>
            <a:xfrm>
              <a:off x="6477000" y="-18750"/>
              <a:ext cx="0" cy="5181000"/>
            </a:xfrm>
            <a:prstGeom prst="straightConnector1">
              <a:avLst/>
            </a:prstGeom>
            <a:noFill/>
            <a:ln cap="flat" cmpd="sng" w="9525">
              <a:solidFill>
                <a:srgbClr val="F3F3F3"/>
              </a:solidFill>
              <a:prstDash val="dash"/>
              <a:round/>
              <a:headEnd len="med" w="med" type="none"/>
              <a:tailEnd len="med" w="med" type="none"/>
            </a:ln>
          </p:spPr>
        </p:cxnSp>
        <p:cxnSp>
          <p:nvCxnSpPr>
            <p:cNvPr id="27" name="Google Shape;27;p1"/>
            <p:cNvCxnSpPr/>
            <p:nvPr/>
          </p:nvCxnSpPr>
          <p:spPr>
            <a:xfrm>
              <a:off x="7239000" y="-18750"/>
              <a:ext cx="0" cy="5181000"/>
            </a:xfrm>
            <a:prstGeom prst="straightConnector1">
              <a:avLst/>
            </a:prstGeom>
            <a:noFill/>
            <a:ln cap="flat" cmpd="sng" w="9525">
              <a:solidFill>
                <a:srgbClr val="F3F3F3"/>
              </a:solidFill>
              <a:prstDash val="dash"/>
              <a:round/>
              <a:headEnd len="med" w="med" type="none"/>
              <a:tailEnd len="med" w="med" type="none"/>
            </a:ln>
          </p:spPr>
        </p:cxnSp>
        <p:cxnSp>
          <p:nvCxnSpPr>
            <p:cNvPr id="28" name="Google Shape;28;p1"/>
            <p:cNvCxnSpPr/>
            <p:nvPr/>
          </p:nvCxnSpPr>
          <p:spPr>
            <a:xfrm>
              <a:off x="8001000" y="-18750"/>
              <a:ext cx="0" cy="5181000"/>
            </a:xfrm>
            <a:prstGeom prst="straightConnector1">
              <a:avLst/>
            </a:prstGeom>
            <a:noFill/>
            <a:ln cap="flat" cmpd="sng" w="9525">
              <a:solidFill>
                <a:srgbClr val="F3F3F3"/>
              </a:solidFill>
              <a:prstDash val="dash"/>
              <a:round/>
              <a:headEnd len="med" w="med" type="none"/>
              <a:tailEnd len="med" w="med" type="none"/>
            </a:ln>
          </p:spPr>
        </p:cxnSp>
        <p:cxnSp>
          <p:nvCxnSpPr>
            <p:cNvPr id="29" name="Google Shape;29;p1"/>
            <p:cNvCxnSpPr/>
            <p:nvPr/>
          </p:nvCxnSpPr>
          <p:spPr>
            <a:xfrm>
              <a:off x="8763000" y="-18750"/>
              <a:ext cx="0" cy="5181000"/>
            </a:xfrm>
            <a:prstGeom prst="straightConnector1">
              <a:avLst/>
            </a:prstGeom>
            <a:noFill/>
            <a:ln cap="flat" cmpd="sng" w="9525">
              <a:solidFill>
                <a:srgbClr val="F3F3F3"/>
              </a:solidFill>
              <a:prstDash val="dash"/>
              <a:round/>
              <a:headEnd len="med" w="med" type="none"/>
              <a:tailEnd len="med" w="med" type="none"/>
            </a:ln>
          </p:spPr>
        </p:cxnSp>
      </p:grpSp>
      <p:sp>
        <p:nvSpPr>
          <p:cNvPr id="30" name="Google Shape;30;p1"/>
          <p:cNvSpPr txBox="1"/>
          <p:nvPr>
            <p:ph type="title"/>
          </p:nvPr>
        </p:nvSpPr>
        <p:spPr>
          <a:xfrm>
            <a:off x="1047750" y="634125"/>
            <a:ext cx="6996600" cy="715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Clr>
                <a:schemeClr val="accent1"/>
              </a:buClr>
              <a:buSzPts val="2000"/>
              <a:buFont typeface="Oswald"/>
              <a:buNone/>
              <a:defRPr b="1" sz="2000">
                <a:solidFill>
                  <a:schemeClr val="accent1"/>
                </a:solidFill>
                <a:latin typeface="Oswald"/>
                <a:ea typeface="Oswald"/>
                <a:cs typeface="Oswald"/>
                <a:sym typeface="Oswald"/>
              </a:defRPr>
            </a:lvl1pPr>
            <a:lvl2pPr lvl="1" algn="ctr">
              <a:spcBef>
                <a:spcPts val="0"/>
              </a:spcBef>
              <a:spcAft>
                <a:spcPts val="0"/>
              </a:spcAft>
              <a:buClr>
                <a:schemeClr val="accent1"/>
              </a:buClr>
              <a:buSzPts val="2000"/>
              <a:buFont typeface="Oswald"/>
              <a:buNone/>
              <a:defRPr b="1" sz="2000">
                <a:solidFill>
                  <a:schemeClr val="accent1"/>
                </a:solidFill>
                <a:latin typeface="Oswald"/>
                <a:ea typeface="Oswald"/>
                <a:cs typeface="Oswald"/>
                <a:sym typeface="Oswald"/>
              </a:defRPr>
            </a:lvl2pPr>
            <a:lvl3pPr lvl="2" algn="ctr">
              <a:spcBef>
                <a:spcPts val="0"/>
              </a:spcBef>
              <a:spcAft>
                <a:spcPts val="0"/>
              </a:spcAft>
              <a:buClr>
                <a:schemeClr val="accent1"/>
              </a:buClr>
              <a:buSzPts val="2000"/>
              <a:buFont typeface="Oswald"/>
              <a:buNone/>
              <a:defRPr b="1" sz="2000">
                <a:solidFill>
                  <a:schemeClr val="accent1"/>
                </a:solidFill>
                <a:latin typeface="Oswald"/>
                <a:ea typeface="Oswald"/>
                <a:cs typeface="Oswald"/>
                <a:sym typeface="Oswald"/>
              </a:defRPr>
            </a:lvl3pPr>
            <a:lvl4pPr lvl="3" algn="ctr">
              <a:spcBef>
                <a:spcPts val="0"/>
              </a:spcBef>
              <a:spcAft>
                <a:spcPts val="0"/>
              </a:spcAft>
              <a:buClr>
                <a:schemeClr val="accent1"/>
              </a:buClr>
              <a:buSzPts val="2000"/>
              <a:buFont typeface="Oswald"/>
              <a:buNone/>
              <a:defRPr b="1" sz="2000">
                <a:solidFill>
                  <a:schemeClr val="accent1"/>
                </a:solidFill>
                <a:latin typeface="Oswald"/>
                <a:ea typeface="Oswald"/>
                <a:cs typeface="Oswald"/>
                <a:sym typeface="Oswald"/>
              </a:defRPr>
            </a:lvl4pPr>
            <a:lvl5pPr lvl="4" algn="ctr">
              <a:spcBef>
                <a:spcPts val="0"/>
              </a:spcBef>
              <a:spcAft>
                <a:spcPts val="0"/>
              </a:spcAft>
              <a:buClr>
                <a:schemeClr val="accent1"/>
              </a:buClr>
              <a:buSzPts val="2000"/>
              <a:buFont typeface="Oswald"/>
              <a:buNone/>
              <a:defRPr b="1" sz="2000">
                <a:solidFill>
                  <a:schemeClr val="accent1"/>
                </a:solidFill>
                <a:latin typeface="Oswald"/>
                <a:ea typeface="Oswald"/>
                <a:cs typeface="Oswald"/>
                <a:sym typeface="Oswald"/>
              </a:defRPr>
            </a:lvl5pPr>
            <a:lvl6pPr lvl="5" algn="ctr">
              <a:spcBef>
                <a:spcPts val="0"/>
              </a:spcBef>
              <a:spcAft>
                <a:spcPts val="0"/>
              </a:spcAft>
              <a:buClr>
                <a:schemeClr val="accent1"/>
              </a:buClr>
              <a:buSzPts val="2000"/>
              <a:buFont typeface="Oswald"/>
              <a:buNone/>
              <a:defRPr b="1" sz="2000">
                <a:solidFill>
                  <a:schemeClr val="accent1"/>
                </a:solidFill>
                <a:latin typeface="Oswald"/>
                <a:ea typeface="Oswald"/>
                <a:cs typeface="Oswald"/>
                <a:sym typeface="Oswald"/>
              </a:defRPr>
            </a:lvl6pPr>
            <a:lvl7pPr lvl="6" algn="ctr">
              <a:spcBef>
                <a:spcPts val="0"/>
              </a:spcBef>
              <a:spcAft>
                <a:spcPts val="0"/>
              </a:spcAft>
              <a:buClr>
                <a:schemeClr val="accent1"/>
              </a:buClr>
              <a:buSzPts val="2000"/>
              <a:buFont typeface="Oswald"/>
              <a:buNone/>
              <a:defRPr b="1" sz="2000">
                <a:solidFill>
                  <a:schemeClr val="accent1"/>
                </a:solidFill>
                <a:latin typeface="Oswald"/>
                <a:ea typeface="Oswald"/>
                <a:cs typeface="Oswald"/>
                <a:sym typeface="Oswald"/>
              </a:defRPr>
            </a:lvl7pPr>
            <a:lvl8pPr lvl="7" algn="ctr">
              <a:spcBef>
                <a:spcPts val="0"/>
              </a:spcBef>
              <a:spcAft>
                <a:spcPts val="0"/>
              </a:spcAft>
              <a:buClr>
                <a:schemeClr val="accent1"/>
              </a:buClr>
              <a:buSzPts val="2000"/>
              <a:buFont typeface="Oswald"/>
              <a:buNone/>
              <a:defRPr b="1" sz="2000">
                <a:solidFill>
                  <a:schemeClr val="accent1"/>
                </a:solidFill>
                <a:latin typeface="Oswald"/>
                <a:ea typeface="Oswald"/>
                <a:cs typeface="Oswald"/>
                <a:sym typeface="Oswald"/>
              </a:defRPr>
            </a:lvl8pPr>
            <a:lvl9pPr lvl="8" algn="ctr">
              <a:spcBef>
                <a:spcPts val="0"/>
              </a:spcBef>
              <a:spcAft>
                <a:spcPts val="0"/>
              </a:spcAft>
              <a:buClr>
                <a:schemeClr val="accent1"/>
              </a:buClr>
              <a:buSzPts val="2000"/>
              <a:buFont typeface="Oswald"/>
              <a:buNone/>
              <a:defRPr b="1" sz="2000">
                <a:solidFill>
                  <a:schemeClr val="accent1"/>
                </a:solidFill>
                <a:latin typeface="Oswald"/>
                <a:ea typeface="Oswald"/>
                <a:cs typeface="Oswald"/>
                <a:sym typeface="Oswald"/>
              </a:defRPr>
            </a:lvl9pPr>
          </a:lstStyle>
          <a:p/>
        </p:txBody>
      </p:sp>
      <p:sp>
        <p:nvSpPr>
          <p:cNvPr id="31" name="Google Shape;31;p1"/>
          <p:cNvSpPr txBox="1"/>
          <p:nvPr>
            <p:ph idx="1" type="body"/>
          </p:nvPr>
        </p:nvSpPr>
        <p:spPr>
          <a:xfrm>
            <a:off x="1075850" y="1540175"/>
            <a:ext cx="6996600" cy="1922100"/>
          </a:xfrm>
          <a:prstGeom prst="rect">
            <a:avLst/>
          </a:prstGeom>
          <a:noFill/>
          <a:ln>
            <a:noFill/>
          </a:ln>
        </p:spPr>
        <p:txBody>
          <a:bodyPr anchorCtr="0" anchor="t" bIns="91425" lIns="91425" spcFirstLastPara="1" rIns="91425" wrap="square" tIns="91425">
            <a:noAutofit/>
          </a:bodyPr>
          <a:lstStyle>
            <a:lvl1pPr indent="-355600" lvl="0" marL="457200">
              <a:spcBef>
                <a:spcPts val="600"/>
              </a:spcBef>
              <a:spcAft>
                <a:spcPts val="0"/>
              </a:spcAft>
              <a:buClr>
                <a:schemeClr val="dk1"/>
              </a:buClr>
              <a:buSzPts val="2000"/>
              <a:buFont typeface="Source Sans Pro"/>
              <a:buChar char="◉"/>
              <a:defRPr sz="2000">
                <a:solidFill>
                  <a:schemeClr val="dk1"/>
                </a:solidFill>
                <a:latin typeface="Source Sans Pro"/>
                <a:ea typeface="Source Sans Pro"/>
                <a:cs typeface="Source Sans Pro"/>
                <a:sym typeface="Source Sans Pro"/>
              </a:defRPr>
            </a:lvl1pPr>
            <a:lvl2pPr indent="-342900" lvl="1" marL="9144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2pPr>
            <a:lvl3pPr indent="-342900" lvl="2" marL="13716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3pPr>
            <a:lvl4pPr indent="-342900" lvl="3" marL="18288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4pPr>
            <a:lvl5pPr indent="-342900" lvl="4" marL="22860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5pPr>
            <a:lvl6pPr indent="-342900" lvl="5" marL="27432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6pPr>
            <a:lvl7pPr indent="-342900" lvl="6" marL="32004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7pPr>
            <a:lvl8pPr indent="-342900" lvl="7" marL="36576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8pPr>
            <a:lvl9pPr indent="-342900" lvl="8" marL="41148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9pPr>
          </a:lstStyle>
          <a:p/>
        </p:txBody>
      </p:sp>
      <p:sp>
        <p:nvSpPr>
          <p:cNvPr id="32" name="Google Shape;32;p1"/>
          <p:cNvSpPr txBox="1"/>
          <p:nvPr>
            <p:ph idx="12" type="sldNum"/>
          </p:nvPr>
        </p:nvSpPr>
        <p:spPr>
          <a:xfrm>
            <a:off x="8556775" y="4826200"/>
            <a:ext cx="548700" cy="317400"/>
          </a:xfrm>
          <a:prstGeom prst="rect">
            <a:avLst/>
          </a:prstGeom>
          <a:noFill/>
          <a:ln>
            <a:noFill/>
          </a:ln>
        </p:spPr>
        <p:txBody>
          <a:bodyPr anchorCtr="0" anchor="t" bIns="91425" lIns="91425" spcFirstLastPara="1" rIns="91425" wrap="square" tIns="91425">
            <a:noAutofit/>
          </a:bodyPr>
          <a:lstStyle>
            <a:lvl1pPr lvl="0" algn="r">
              <a:buNone/>
              <a:defRPr sz="1000">
                <a:solidFill>
                  <a:srgbClr val="FFFFFF"/>
                </a:solidFill>
                <a:latin typeface="Oswald"/>
                <a:ea typeface="Oswald"/>
                <a:cs typeface="Oswald"/>
                <a:sym typeface="Oswald"/>
              </a:defRPr>
            </a:lvl1pPr>
            <a:lvl2pPr lvl="1" algn="r">
              <a:buNone/>
              <a:defRPr sz="1000">
                <a:solidFill>
                  <a:srgbClr val="FFFFFF"/>
                </a:solidFill>
                <a:latin typeface="Oswald"/>
                <a:ea typeface="Oswald"/>
                <a:cs typeface="Oswald"/>
                <a:sym typeface="Oswald"/>
              </a:defRPr>
            </a:lvl2pPr>
            <a:lvl3pPr lvl="2" algn="r">
              <a:buNone/>
              <a:defRPr sz="1000">
                <a:solidFill>
                  <a:srgbClr val="FFFFFF"/>
                </a:solidFill>
                <a:latin typeface="Oswald"/>
                <a:ea typeface="Oswald"/>
                <a:cs typeface="Oswald"/>
                <a:sym typeface="Oswald"/>
              </a:defRPr>
            </a:lvl3pPr>
            <a:lvl4pPr lvl="3" algn="r">
              <a:buNone/>
              <a:defRPr sz="1000">
                <a:solidFill>
                  <a:srgbClr val="FFFFFF"/>
                </a:solidFill>
                <a:latin typeface="Oswald"/>
                <a:ea typeface="Oswald"/>
                <a:cs typeface="Oswald"/>
                <a:sym typeface="Oswald"/>
              </a:defRPr>
            </a:lvl4pPr>
            <a:lvl5pPr lvl="4" algn="r">
              <a:buNone/>
              <a:defRPr sz="1000">
                <a:solidFill>
                  <a:srgbClr val="FFFFFF"/>
                </a:solidFill>
                <a:latin typeface="Oswald"/>
                <a:ea typeface="Oswald"/>
                <a:cs typeface="Oswald"/>
                <a:sym typeface="Oswald"/>
              </a:defRPr>
            </a:lvl5pPr>
            <a:lvl6pPr lvl="5" algn="r">
              <a:buNone/>
              <a:defRPr sz="1000">
                <a:solidFill>
                  <a:srgbClr val="FFFFFF"/>
                </a:solidFill>
                <a:latin typeface="Oswald"/>
                <a:ea typeface="Oswald"/>
                <a:cs typeface="Oswald"/>
                <a:sym typeface="Oswald"/>
              </a:defRPr>
            </a:lvl6pPr>
            <a:lvl7pPr lvl="6" algn="r">
              <a:buNone/>
              <a:defRPr sz="1000">
                <a:solidFill>
                  <a:srgbClr val="FFFFFF"/>
                </a:solidFill>
                <a:latin typeface="Oswald"/>
                <a:ea typeface="Oswald"/>
                <a:cs typeface="Oswald"/>
                <a:sym typeface="Oswald"/>
              </a:defRPr>
            </a:lvl7pPr>
            <a:lvl8pPr lvl="7" algn="r">
              <a:buNone/>
              <a:defRPr sz="1000">
                <a:solidFill>
                  <a:srgbClr val="FFFFFF"/>
                </a:solidFill>
                <a:latin typeface="Oswald"/>
                <a:ea typeface="Oswald"/>
                <a:cs typeface="Oswald"/>
                <a:sym typeface="Oswald"/>
              </a:defRPr>
            </a:lvl8pPr>
            <a:lvl9pPr lvl="8" algn="r">
              <a:buNone/>
              <a:defRPr sz="1000">
                <a:solidFill>
                  <a:srgbClr val="FFFFFF"/>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 Id="rId3" Type="http://schemas.openxmlformats.org/officeDocument/2006/relationships/hyperlink" Target="mailto:261936352@formanite.fccollege.edu.pk"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hyperlink" Target="https://docs.google.com/document/d/1k38DuoRpKY_wxFwvrDHYWH_-rysPh1MAvxffzayPjEU/edit?usp=sharin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13"/>
          <p:cNvSpPr txBox="1"/>
          <p:nvPr>
            <p:ph type="ctrTitle"/>
          </p:nvPr>
        </p:nvSpPr>
        <p:spPr>
          <a:xfrm>
            <a:off x="907675" y="3363425"/>
            <a:ext cx="7550700" cy="1159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F</a:t>
            </a:r>
            <a:r>
              <a:rPr lang="en"/>
              <a:t>C</a:t>
            </a:r>
            <a:r>
              <a:rPr lang="en"/>
              <a:t>CU</a:t>
            </a:r>
            <a:endParaRPr/>
          </a:p>
          <a:p>
            <a:pPr indent="0" lvl="0" marL="0" rtl="0" algn="r">
              <a:spcBef>
                <a:spcPts val="0"/>
              </a:spcBef>
              <a:spcAft>
                <a:spcPts val="0"/>
              </a:spcAft>
              <a:buNone/>
            </a:pPr>
            <a:r>
              <a:rPr lang="en"/>
              <a:t>UNDERGRADUATE DEGREE</a:t>
            </a:r>
            <a:endParaRPr/>
          </a:p>
          <a:p>
            <a:pPr indent="0" lvl="0" marL="0" rtl="0" algn="r">
              <a:spcBef>
                <a:spcPts val="0"/>
              </a:spcBef>
              <a:spcAft>
                <a:spcPts val="0"/>
              </a:spcAft>
              <a:buNone/>
            </a:pPr>
            <a:r>
              <a:rPr lang="en"/>
              <a:t>DETAILS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14"/>
          <p:cNvSpPr txBox="1"/>
          <p:nvPr>
            <p:ph idx="4294967295" type="ctrTitle"/>
          </p:nvPr>
        </p:nvSpPr>
        <p:spPr>
          <a:xfrm>
            <a:off x="1275150" y="1647950"/>
            <a:ext cx="6593700" cy="954300"/>
          </a:xfrm>
          <a:prstGeom prst="rect">
            <a:avLst/>
          </a:prstGeom>
        </p:spPr>
        <p:txBody>
          <a:bodyPr anchorCtr="0" anchor="ctr" bIns="91425" lIns="91425" spcFirstLastPara="1" rIns="91425" wrap="square" tIns="91425">
            <a:spAutoFit/>
          </a:bodyPr>
          <a:lstStyle/>
          <a:p>
            <a:pPr indent="0" lvl="0" marL="0" rtl="0" algn="ctr">
              <a:spcBef>
                <a:spcPts val="0"/>
              </a:spcBef>
              <a:spcAft>
                <a:spcPts val="0"/>
              </a:spcAft>
              <a:buNone/>
            </a:pPr>
            <a:r>
              <a:rPr lang="en" sz="5000"/>
              <a:t>DISCLAIMER</a:t>
            </a:r>
            <a:endParaRPr sz="5000"/>
          </a:p>
        </p:txBody>
      </p:sp>
      <p:sp>
        <p:nvSpPr>
          <p:cNvPr id="470" name="Google Shape;470;p14"/>
          <p:cNvSpPr txBox="1"/>
          <p:nvPr>
            <p:ph idx="4294967295" type="subTitle"/>
          </p:nvPr>
        </p:nvSpPr>
        <p:spPr>
          <a:xfrm>
            <a:off x="1275150" y="2695150"/>
            <a:ext cx="6593700" cy="800400"/>
          </a:xfrm>
          <a:prstGeom prst="rect">
            <a:avLst/>
          </a:prstGeom>
        </p:spPr>
        <p:txBody>
          <a:bodyPr anchorCtr="0" anchor="t" bIns="91425" lIns="91425" spcFirstLastPara="1" rIns="91425" wrap="square" tIns="91425">
            <a:spAutoFit/>
          </a:bodyPr>
          <a:lstStyle/>
          <a:p>
            <a:pPr indent="0" lvl="0" marL="0" rtl="0" algn="ctr">
              <a:spcBef>
                <a:spcPts val="600"/>
              </a:spcBef>
              <a:spcAft>
                <a:spcPts val="0"/>
              </a:spcAft>
              <a:buNone/>
            </a:pPr>
            <a:r>
              <a:rPr b="1" lang="en"/>
              <a:t>Disclaimer: This website is not officially affiliated with FCCU. For queries, kindly </a:t>
            </a:r>
            <a:r>
              <a:rPr b="1" lang="en" u="sng">
                <a:solidFill>
                  <a:schemeClr val="hlink"/>
                </a:solidFill>
                <a:hlinkClick r:id="rId3"/>
              </a:rPr>
              <a:t>contact me</a:t>
            </a:r>
            <a:endParaRPr b="1"/>
          </a:p>
        </p:txBody>
      </p:sp>
      <p:sp>
        <p:nvSpPr>
          <p:cNvPr id="471" name="Google Shape;471;p14"/>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15"/>
          <p:cNvSpPr txBox="1"/>
          <p:nvPr>
            <p:ph type="ctrTitle"/>
          </p:nvPr>
        </p:nvSpPr>
        <p:spPr>
          <a:xfrm>
            <a:off x="2309350" y="3031150"/>
            <a:ext cx="5214600" cy="11598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DEGREE TIMELINE</a:t>
            </a:r>
            <a:endParaRPr/>
          </a:p>
        </p:txBody>
      </p:sp>
      <p:sp>
        <p:nvSpPr>
          <p:cNvPr id="477" name="Google Shape;477;p15"/>
          <p:cNvSpPr txBox="1"/>
          <p:nvPr>
            <p:ph idx="1" type="subTitle"/>
          </p:nvPr>
        </p:nvSpPr>
        <p:spPr>
          <a:xfrm>
            <a:off x="208753" y="3997575"/>
            <a:ext cx="7315200" cy="7848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REGULAR TIMELINE AND EXCEPTIONS</a:t>
            </a:r>
            <a:endParaRPr/>
          </a:p>
        </p:txBody>
      </p:sp>
      <p:sp>
        <p:nvSpPr>
          <p:cNvPr id="478" name="Google Shape;478;p15"/>
          <p:cNvSpPr txBox="1"/>
          <p:nvPr/>
        </p:nvSpPr>
        <p:spPr>
          <a:xfrm>
            <a:off x="7416725" y="3661925"/>
            <a:ext cx="1760400" cy="12048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12000">
                <a:solidFill>
                  <a:schemeClr val="accent2"/>
                </a:solidFill>
                <a:latin typeface="Oswald"/>
                <a:ea typeface="Oswald"/>
                <a:cs typeface="Oswald"/>
                <a:sym typeface="Oswald"/>
              </a:rPr>
              <a:t>1</a:t>
            </a:r>
            <a:endParaRPr sz="12000">
              <a:solidFill>
                <a:schemeClr val="accent2"/>
              </a:solidFill>
            </a:endParaRPr>
          </a:p>
        </p:txBody>
      </p:sp>
      <p:sp>
        <p:nvSpPr>
          <p:cNvPr id="479" name="Google Shape;479;p15"/>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16"/>
          <p:cNvSpPr txBox="1"/>
          <p:nvPr>
            <p:ph idx="1" type="body"/>
          </p:nvPr>
        </p:nvSpPr>
        <p:spPr>
          <a:xfrm>
            <a:off x="457199" y="1063028"/>
            <a:ext cx="3994500" cy="32004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 sz="1600">
                <a:solidFill>
                  <a:schemeClr val="accent1"/>
                </a:solidFill>
                <a:latin typeface="Oswald"/>
                <a:ea typeface="Oswald"/>
                <a:cs typeface="Oswald"/>
                <a:sym typeface="Oswald"/>
              </a:rPr>
              <a:t>REGULAR SEMESTERS</a:t>
            </a:r>
            <a:endParaRPr b="1" sz="1600"/>
          </a:p>
          <a:p>
            <a:pPr indent="0" lvl="0" marL="0" rtl="0" algn="l">
              <a:lnSpc>
                <a:spcPct val="100000"/>
              </a:lnSpc>
              <a:spcBef>
                <a:spcPts val="600"/>
              </a:spcBef>
              <a:spcAft>
                <a:spcPts val="0"/>
              </a:spcAft>
              <a:buNone/>
            </a:pPr>
            <a:r>
              <a:t/>
            </a:r>
            <a:endParaRPr sz="1400"/>
          </a:p>
          <a:p>
            <a:pPr indent="0" lvl="0" marL="0" rtl="0" algn="l">
              <a:spcBef>
                <a:spcPts val="600"/>
              </a:spcBef>
              <a:spcAft>
                <a:spcPts val="0"/>
              </a:spcAft>
              <a:buNone/>
            </a:pPr>
            <a:r>
              <a:rPr b="1" lang="en" sz="1400"/>
              <a:t>FALL </a:t>
            </a:r>
            <a:r>
              <a:rPr lang="en" sz="1400"/>
              <a:t>and </a:t>
            </a:r>
            <a:r>
              <a:rPr b="1" lang="en" sz="1400"/>
              <a:t>SPRING</a:t>
            </a:r>
            <a:r>
              <a:rPr lang="en" sz="1400"/>
              <a:t> are regular semesters. </a:t>
            </a:r>
            <a:endParaRPr sz="1400"/>
          </a:p>
          <a:p>
            <a:pPr indent="0" lvl="0" marL="0" rtl="0" algn="l">
              <a:spcBef>
                <a:spcPts val="600"/>
              </a:spcBef>
              <a:spcAft>
                <a:spcPts val="0"/>
              </a:spcAft>
              <a:buNone/>
            </a:pPr>
            <a:r>
              <a:rPr lang="en" sz="1400"/>
              <a:t>You must study a minimum of 8 regular semesters.</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rPr lang="en" sz="1400"/>
              <a:t>Full time students: 12-17 credits</a:t>
            </a:r>
            <a:endParaRPr sz="1400"/>
          </a:p>
          <a:p>
            <a:pPr indent="0" lvl="0" marL="0" rtl="0" algn="l">
              <a:spcBef>
                <a:spcPts val="600"/>
              </a:spcBef>
              <a:spcAft>
                <a:spcPts val="0"/>
              </a:spcAft>
              <a:buNone/>
            </a:pPr>
            <a:r>
              <a:rPr lang="en" sz="1400"/>
              <a:t>Part time students: less than 12 credits</a:t>
            </a:r>
            <a:endParaRPr sz="1400"/>
          </a:p>
          <a:p>
            <a:pPr indent="0" lvl="0" marL="0" rtl="0" algn="l">
              <a:spcBef>
                <a:spcPts val="600"/>
              </a:spcBef>
              <a:spcAft>
                <a:spcPts val="0"/>
              </a:spcAft>
              <a:buNone/>
            </a:pPr>
            <a:r>
              <a:rPr lang="en" sz="1400"/>
              <a:t>Overload: maximum 23 credits</a:t>
            </a:r>
            <a:endParaRPr sz="1400"/>
          </a:p>
        </p:txBody>
      </p:sp>
      <p:sp>
        <p:nvSpPr>
          <p:cNvPr id="485" name="Google Shape;485;p16"/>
          <p:cNvSpPr txBox="1"/>
          <p:nvPr>
            <p:ph type="title"/>
          </p:nvPr>
        </p:nvSpPr>
        <p:spPr>
          <a:xfrm>
            <a:off x="914400" y="514350"/>
            <a:ext cx="7315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rPr>
              <a:t>SEMESTER TYPES</a:t>
            </a:r>
            <a:endParaRPr/>
          </a:p>
        </p:txBody>
      </p:sp>
      <p:sp>
        <p:nvSpPr>
          <p:cNvPr id="486" name="Google Shape;486;p16"/>
          <p:cNvSpPr txBox="1"/>
          <p:nvPr>
            <p:ph idx="2" type="body"/>
          </p:nvPr>
        </p:nvSpPr>
        <p:spPr>
          <a:xfrm>
            <a:off x="4692301" y="1062952"/>
            <a:ext cx="3994500" cy="3200400"/>
          </a:xfrm>
          <a:prstGeom prst="rect">
            <a:avLst/>
          </a:prstGeom>
        </p:spPr>
        <p:txBody>
          <a:bodyPr anchorCtr="0" anchor="t" bIns="91425" lIns="91425" spcFirstLastPara="1" rIns="91425" wrap="square" tIns="91425">
            <a:noAutofit/>
          </a:bodyPr>
          <a:lstStyle/>
          <a:p>
            <a:pPr indent="0" lvl="0" marL="0" rtl="0" algn="ctr">
              <a:spcBef>
                <a:spcPts val="600"/>
              </a:spcBef>
              <a:spcAft>
                <a:spcPts val="0"/>
              </a:spcAft>
              <a:buNone/>
            </a:pPr>
            <a:r>
              <a:rPr b="1" lang="en" sz="1600">
                <a:solidFill>
                  <a:schemeClr val="accent1"/>
                </a:solidFill>
                <a:latin typeface="Oswald"/>
                <a:ea typeface="Oswald"/>
                <a:cs typeface="Oswald"/>
                <a:sym typeface="Oswald"/>
              </a:rPr>
              <a:t>NON-REGULAR SEMESTERS</a:t>
            </a:r>
            <a:endParaRPr b="1"/>
          </a:p>
          <a:p>
            <a:pPr indent="0" lvl="0" marL="0" rtl="0" algn="l">
              <a:spcBef>
                <a:spcPts val="600"/>
              </a:spcBef>
              <a:spcAft>
                <a:spcPts val="0"/>
              </a:spcAft>
              <a:buNone/>
            </a:pPr>
            <a:r>
              <a:t/>
            </a:r>
            <a:endParaRPr sz="1400"/>
          </a:p>
          <a:p>
            <a:pPr indent="0" lvl="0" marL="0" rtl="0" algn="l">
              <a:spcBef>
                <a:spcPts val="600"/>
              </a:spcBef>
              <a:spcAft>
                <a:spcPts val="0"/>
              </a:spcAft>
              <a:buNone/>
            </a:pPr>
            <a:r>
              <a:rPr b="1" lang="en" sz="1400"/>
              <a:t>SUMMER </a:t>
            </a:r>
            <a:r>
              <a:rPr lang="en" sz="1400"/>
              <a:t>and </a:t>
            </a:r>
            <a:r>
              <a:rPr b="1" lang="en" sz="1400"/>
              <a:t>WINTER</a:t>
            </a:r>
            <a:r>
              <a:rPr lang="en" sz="1400"/>
              <a:t> are optional semesters.</a:t>
            </a:r>
            <a:endParaRPr sz="1400"/>
          </a:p>
          <a:p>
            <a:pPr indent="0" lvl="0" marL="0" rtl="0" algn="l">
              <a:spcBef>
                <a:spcPts val="600"/>
              </a:spcBef>
              <a:spcAft>
                <a:spcPts val="0"/>
              </a:spcAft>
              <a:buNone/>
            </a:pPr>
            <a:r>
              <a:rPr lang="en" sz="1400"/>
              <a:t>For the time being, only summers are being offered.</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rPr lang="en" sz="1400"/>
              <a:t>You may take upto 7 credits and maximum 13 credits with overload.</a:t>
            </a:r>
            <a:endParaRPr sz="1400"/>
          </a:p>
        </p:txBody>
      </p:sp>
      <p:sp>
        <p:nvSpPr>
          <p:cNvPr id="487" name="Google Shape;487;p16"/>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17"/>
          <p:cNvSpPr txBox="1"/>
          <p:nvPr>
            <p:ph type="title"/>
          </p:nvPr>
        </p:nvSpPr>
        <p:spPr>
          <a:xfrm>
            <a:off x="914400" y="514350"/>
            <a:ext cx="7315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rPr>
              <a:t>GRADUATING IN TIME</a:t>
            </a:r>
            <a:endParaRPr>
              <a:solidFill>
                <a:schemeClr val="accent2"/>
              </a:solidFill>
            </a:endParaRPr>
          </a:p>
        </p:txBody>
      </p:sp>
      <p:sp>
        <p:nvSpPr>
          <p:cNvPr id="493" name="Google Shape;493;p17"/>
          <p:cNvSpPr txBox="1"/>
          <p:nvPr>
            <p:ph idx="1" type="body"/>
          </p:nvPr>
        </p:nvSpPr>
        <p:spPr>
          <a:xfrm>
            <a:off x="455250" y="971560"/>
            <a:ext cx="8233500" cy="3612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400"/>
              <a:t>Y</a:t>
            </a:r>
            <a:r>
              <a:rPr lang="en" sz="1400"/>
              <a:t>ou must study a </a:t>
            </a:r>
            <a:r>
              <a:rPr b="1" lang="en" sz="1400"/>
              <a:t>minimum of 8 regular semesters</a:t>
            </a:r>
            <a:r>
              <a:rPr lang="en" sz="1400"/>
              <a:t>. If you are unable to meet your graduation requirements by 8th semester, you must take additional semesters. You can take a maximum of 12 regular semesters.</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rPr lang="en" sz="1400"/>
              <a:t>You are </a:t>
            </a:r>
            <a:r>
              <a:rPr lang="en" sz="1400"/>
              <a:t>recommended</a:t>
            </a:r>
            <a:r>
              <a:rPr lang="en" sz="1400"/>
              <a:t> to plan out your degree in advance to ensure you do not have to take additional semester. A template for road map can be found </a:t>
            </a:r>
            <a:r>
              <a:rPr lang="en" sz="1400" u="sng">
                <a:solidFill>
                  <a:schemeClr val="hlink"/>
                </a:solidFill>
                <a:hlinkClick r:id="rId3"/>
              </a:rPr>
              <a:t>here</a:t>
            </a:r>
            <a:r>
              <a:rPr lang="en" sz="1400"/>
              <a:t>.</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rPr lang="en" sz="1400"/>
              <a:t>Your graduation requirements are decided by your course catalog </a:t>
            </a:r>
            <a:r>
              <a:rPr lang="en" sz="1400"/>
              <a:t>which</a:t>
            </a:r>
            <a:r>
              <a:rPr lang="en" sz="1400"/>
              <a:t> is determined by your admission year, e.g. students admitted in 2020 FALL and 2021 SPRING will follow </a:t>
            </a:r>
            <a:r>
              <a:rPr lang="en" sz="1400"/>
              <a:t>the</a:t>
            </a:r>
            <a:r>
              <a:rPr lang="en" sz="1400"/>
              <a:t> 2020-2021 course catalog.</a:t>
            </a:r>
            <a:endParaRPr sz="1400"/>
          </a:p>
        </p:txBody>
      </p:sp>
      <p:sp>
        <p:nvSpPr>
          <p:cNvPr id="494" name="Google Shape;494;p17"/>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18"/>
          <p:cNvSpPr txBox="1"/>
          <p:nvPr>
            <p:ph type="title"/>
          </p:nvPr>
        </p:nvSpPr>
        <p:spPr>
          <a:xfrm>
            <a:off x="914400" y="514350"/>
            <a:ext cx="7315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rPr>
              <a:t>FOR STUDENTS WHO REGISTERED IN FALL</a:t>
            </a:r>
            <a:endParaRPr>
              <a:solidFill>
                <a:schemeClr val="accent2"/>
              </a:solidFill>
            </a:endParaRPr>
          </a:p>
        </p:txBody>
      </p:sp>
      <p:sp>
        <p:nvSpPr>
          <p:cNvPr id="500" name="Google Shape;500;p18"/>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501" name="Google Shape;501;p18"/>
          <p:cNvGraphicFramePr/>
          <p:nvPr/>
        </p:nvGraphicFramePr>
        <p:xfrm>
          <a:off x="1371588" y="1114875"/>
          <a:ext cx="3000000" cy="3000000"/>
        </p:xfrm>
        <a:graphic>
          <a:graphicData uri="http://schemas.openxmlformats.org/drawingml/2006/table">
            <a:tbl>
              <a:tblPr>
                <a:noFill/>
                <a:tableStyleId>{ED38236B-0A4B-4D1E-A3D3-BF29979D5375}</a:tableStyleId>
              </a:tblPr>
              <a:tblGrid>
                <a:gridCol w="1107950"/>
                <a:gridCol w="756125"/>
                <a:gridCol w="756125"/>
                <a:gridCol w="756125"/>
                <a:gridCol w="756125"/>
                <a:gridCol w="756125"/>
                <a:gridCol w="756125"/>
                <a:gridCol w="756125"/>
              </a:tblGrid>
              <a:tr h="582750">
                <a:tc>
                  <a:txBody>
                    <a:bodyPr/>
                    <a:lstStyle/>
                    <a:p>
                      <a:pPr indent="0" lvl="0" marL="0" marR="0" rtl="0" algn="ctr">
                        <a:lnSpc>
                          <a:spcPct val="100000"/>
                        </a:lnSpc>
                        <a:spcBef>
                          <a:spcPts val="0"/>
                        </a:spcBef>
                        <a:spcAft>
                          <a:spcPts val="0"/>
                        </a:spcAft>
                        <a:buNone/>
                      </a:pPr>
                      <a:r>
                        <a:rPr b="1" lang="en" sz="1200">
                          <a:solidFill>
                            <a:srgbClr val="FFFFFF"/>
                          </a:solidFill>
                          <a:latin typeface="Source Sans Pro"/>
                          <a:ea typeface="Source Sans Pro"/>
                          <a:cs typeface="Source Sans Pro"/>
                          <a:sym typeface="Source Sans Pro"/>
                        </a:rPr>
                        <a:t>SEMESTER</a:t>
                      </a:r>
                      <a:endParaRPr b="1" sz="1200">
                        <a:solidFill>
                          <a:srgbClr val="FFFFFF"/>
                        </a:solidFill>
                        <a:latin typeface="Source Sans Pro"/>
                        <a:ea typeface="Source Sans Pro"/>
                        <a:cs typeface="Source Sans Pro"/>
                        <a:sym typeface="Source Sans Pro"/>
                      </a:endParaRPr>
                    </a:p>
                  </a:txBody>
                  <a:tcPr marT="68575" marB="68575" marR="91425" marL="91425" anchor="ctr">
                    <a:lnL cap="flat" cmpd="sng" w="9525">
                      <a:solidFill>
                        <a:srgbClr val="00CEF6"/>
                      </a:solidFill>
                      <a:prstDash val="solid"/>
                      <a:round/>
                      <a:headEnd len="sm" w="sm" type="none"/>
                      <a:tailEnd len="sm" w="sm" type="none"/>
                    </a:lnL>
                    <a:lnR cap="flat" cmpd="sng" w="9525">
                      <a:solidFill>
                        <a:srgbClr val="00CEF6"/>
                      </a:solidFill>
                      <a:prstDash val="solid"/>
                      <a:round/>
                      <a:headEnd len="sm" w="sm" type="none"/>
                      <a:tailEnd len="sm" w="sm" type="none"/>
                    </a:lnR>
                    <a:lnT cap="flat" cmpd="sng" w="9525">
                      <a:solidFill>
                        <a:srgbClr val="00CEF6"/>
                      </a:solidFill>
                      <a:prstDash val="solid"/>
                      <a:round/>
                      <a:headEnd len="sm" w="sm" type="none"/>
                      <a:tailEnd len="sm" w="sm" type="none"/>
                    </a:lnT>
                    <a:lnB cap="flat" cmpd="sng" w="9525">
                      <a:solidFill>
                        <a:srgbClr val="00CEF6"/>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1200">
                          <a:solidFill>
                            <a:srgbClr val="FFFFFF"/>
                          </a:solidFill>
                          <a:latin typeface="Source Sans Pro"/>
                          <a:ea typeface="Source Sans Pro"/>
                          <a:cs typeface="Source Sans Pro"/>
                          <a:sym typeface="Source Sans Pro"/>
                        </a:rPr>
                        <a:t>YEAR 1</a:t>
                      </a:r>
                      <a:endParaRPr b="1" sz="1200">
                        <a:solidFill>
                          <a:srgbClr val="FFFFFF"/>
                        </a:solidFill>
                        <a:latin typeface="Source Sans Pro"/>
                        <a:ea typeface="Source Sans Pro"/>
                        <a:cs typeface="Source Sans Pro"/>
                        <a:sym typeface="Source Sans Pro"/>
                      </a:endParaRPr>
                    </a:p>
                  </a:txBody>
                  <a:tcPr marT="68575" marB="68575" marR="91425" marL="91425" anchor="ctr">
                    <a:lnL cap="flat" cmpd="sng" w="9525">
                      <a:solidFill>
                        <a:srgbClr val="00CEF6"/>
                      </a:solidFill>
                      <a:prstDash val="solid"/>
                      <a:round/>
                      <a:headEnd len="sm" w="sm" type="none"/>
                      <a:tailEnd len="sm" w="sm" type="none"/>
                    </a:lnL>
                    <a:lnR cap="flat" cmpd="sng" w="9525">
                      <a:solidFill>
                        <a:srgbClr val="00CEF6"/>
                      </a:solidFill>
                      <a:prstDash val="solid"/>
                      <a:round/>
                      <a:headEnd len="sm" w="sm" type="none"/>
                      <a:tailEnd len="sm" w="sm" type="none"/>
                    </a:lnR>
                    <a:lnT cap="flat" cmpd="sng" w="9525">
                      <a:solidFill>
                        <a:srgbClr val="00CEF6"/>
                      </a:solidFill>
                      <a:prstDash val="solid"/>
                      <a:round/>
                      <a:headEnd len="sm" w="sm" type="none"/>
                      <a:tailEnd len="sm" w="sm" type="none"/>
                    </a:lnT>
                    <a:lnB cap="flat" cmpd="sng" w="9525">
                      <a:solidFill>
                        <a:srgbClr val="00CEF6"/>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1200">
                          <a:solidFill>
                            <a:srgbClr val="FFFFFF"/>
                          </a:solidFill>
                          <a:latin typeface="Source Sans Pro"/>
                          <a:ea typeface="Source Sans Pro"/>
                          <a:cs typeface="Source Sans Pro"/>
                          <a:sym typeface="Source Sans Pro"/>
                        </a:rPr>
                        <a:t>YEAR 2</a:t>
                      </a:r>
                      <a:endParaRPr b="1" sz="1200">
                        <a:solidFill>
                          <a:srgbClr val="FFFFFF"/>
                        </a:solidFill>
                        <a:latin typeface="Source Sans Pro"/>
                        <a:ea typeface="Source Sans Pro"/>
                        <a:cs typeface="Source Sans Pro"/>
                        <a:sym typeface="Source Sans Pro"/>
                      </a:endParaRPr>
                    </a:p>
                  </a:txBody>
                  <a:tcPr marT="68575" marB="68575" marR="91425" marL="91425" anchor="ctr">
                    <a:lnL cap="flat" cmpd="sng" w="9525">
                      <a:solidFill>
                        <a:srgbClr val="00CEF6"/>
                      </a:solidFill>
                      <a:prstDash val="solid"/>
                      <a:round/>
                      <a:headEnd len="sm" w="sm" type="none"/>
                      <a:tailEnd len="sm" w="sm" type="none"/>
                    </a:lnL>
                    <a:lnR cap="flat" cmpd="sng" w="9525">
                      <a:solidFill>
                        <a:srgbClr val="00CEF6"/>
                      </a:solidFill>
                      <a:prstDash val="solid"/>
                      <a:round/>
                      <a:headEnd len="sm" w="sm" type="none"/>
                      <a:tailEnd len="sm" w="sm" type="none"/>
                    </a:lnR>
                    <a:lnT cap="flat" cmpd="sng" w="9525">
                      <a:solidFill>
                        <a:srgbClr val="00CEF6"/>
                      </a:solidFill>
                      <a:prstDash val="solid"/>
                      <a:round/>
                      <a:headEnd len="sm" w="sm" type="none"/>
                      <a:tailEnd len="sm" w="sm" type="none"/>
                    </a:lnT>
                    <a:lnB cap="flat" cmpd="sng" w="9525">
                      <a:solidFill>
                        <a:srgbClr val="00CEF6"/>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1200">
                          <a:solidFill>
                            <a:srgbClr val="FFFFFF"/>
                          </a:solidFill>
                          <a:latin typeface="Source Sans Pro"/>
                          <a:ea typeface="Source Sans Pro"/>
                          <a:cs typeface="Source Sans Pro"/>
                          <a:sym typeface="Source Sans Pro"/>
                        </a:rPr>
                        <a:t>YEAR 3</a:t>
                      </a:r>
                      <a:endParaRPr b="1" sz="1200">
                        <a:solidFill>
                          <a:srgbClr val="FFFFFF"/>
                        </a:solidFill>
                        <a:latin typeface="Source Sans Pro"/>
                        <a:ea typeface="Source Sans Pro"/>
                        <a:cs typeface="Source Sans Pro"/>
                        <a:sym typeface="Source Sans Pro"/>
                      </a:endParaRPr>
                    </a:p>
                  </a:txBody>
                  <a:tcPr marT="68575" marB="68575" marR="91425" marL="91425" anchor="ctr">
                    <a:lnL cap="flat" cmpd="sng" w="9525">
                      <a:solidFill>
                        <a:srgbClr val="00CEF6"/>
                      </a:solidFill>
                      <a:prstDash val="solid"/>
                      <a:round/>
                      <a:headEnd len="sm" w="sm" type="none"/>
                      <a:tailEnd len="sm" w="sm" type="none"/>
                    </a:lnL>
                    <a:lnR cap="flat" cmpd="sng" w="9525">
                      <a:solidFill>
                        <a:srgbClr val="00CEF6"/>
                      </a:solidFill>
                      <a:prstDash val="solid"/>
                      <a:round/>
                      <a:headEnd len="sm" w="sm" type="none"/>
                      <a:tailEnd len="sm" w="sm" type="none"/>
                    </a:lnR>
                    <a:lnT cap="flat" cmpd="sng" w="9525">
                      <a:solidFill>
                        <a:srgbClr val="00CEF6"/>
                      </a:solidFill>
                      <a:prstDash val="solid"/>
                      <a:round/>
                      <a:headEnd len="sm" w="sm" type="none"/>
                      <a:tailEnd len="sm" w="sm" type="none"/>
                    </a:lnT>
                    <a:lnB cap="flat" cmpd="sng" w="9525">
                      <a:solidFill>
                        <a:srgbClr val="00CEF6"/>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1200">
                          <a:solidFill>
                            <a:srgbClr val="FFFFFF"/>
                          </a:solidFill>
                          <a:latin typeface="Source Sans Pro"/>
                          <a:ea typeface="Source Sans Pro"/>
                          <a:cs typeface="Source Sans Pro"/>
                          <a:sym typeface="Source Sans Pro"/>
                        </a:rPr>
                        <a:t>YEAR 4</a:t>
                      </a:r>
                      <a:endParaRPr b="1" sz="1200">
                        <a:solidFill>
                          <a:srgbClr val="FFFFFF"/>
                        </a:solidFill>
                        <a:latin typeface="Source Sans Pro"/>
                        <a:ea typeface="Source Sans Pro"/>
                        <a:cs typeface="Source Sans Pro"/>
                        <a:sym typeface="Source Sans Pro"/>
                      </a:endParaRPr>
                    </a:p>
                  </a:txBody>
                  <a:tcPr marT="68575" marB="68575" marR="91425" marL="91425" anchor="ctr">
                    <a:lnL cap="flat" cmpd="sng" w="9525">
                      <a:solidFill>
                        <a:srgbClr val="00CEF6"/>
                      </a:solidFill>
                      <a:prstDash val="solid"/>
                      <a:round/>
                      <a:headEnd len="sm" w="sm" type="none"/>
                      <a:tailEnd len="sm" w="sm" type="none"/>
                    </a:lnL>
                    <a:lnR cap="flat" cmpd="sng" w="9525">
                      <a:solidFill>
                        <a:srgbClr val="00CEF6"/>
                      </a:solidFill>
                      <a:prstDash val="solid"/>
                      <a:round/>
                      <a:headEnd len="sm" w="sm" type="none"/>
                      <a:tailEnd len="sm" w="sm" type="none"/>
                    </a:lnR>
                    <a:lnT cap="flat" cmpd="sng" w="9525">
                      <a:solidFill>
                        <a:srgbClr val="00CEF6"/>
                      </a:solidFill>
                      <a:prstDash val="solid"/>
                      <a:round/>
                      <a:headEnd len="sm" w="sm" type="none"/>
                      <a:tailEnd len="sm" w="sm" type="none"/>
                    </a:lnT>
                    <a:lnB cap="flat" cmpd="sng" w="9525">
                      <a:solidFill>
                        <a:srgbClr val="00CEF6"/>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1200">
                          <a:solidFill>
                            <a:srgbClr val="FFFFFF"/>
                          </a:solidFill>
                          <a:latin typeface="Source Sans Pro"/>
                          <a:ea typeface="Source Sans Pro"/>
                          <a:cs typeface="Source Sans Pro"/>
                          <a:sym typeface="Source Sans Pro"/>
                        </a:rPr>
                        <a:t>YEAR 5</a:t>
                      </a:r>
                      <a:endParaRPr b="1" sz="1200">
                        <a:solidFill>
                          <a:srgbClr val="FFFFFF"/>
                        </a:solidFill>
                        <a:latin typeface="Source Sans Pro"/>
                        <a:ea typeface="Source Sans Pro"/>
                        <a:cs typeface="Source Sans Pro"/>
                        <a:sym typeface="Source Sans Pro"/>
                      </a:endParaRPr>
                    </a:p>
                  </a:txBody>
                  <a:tcPr marT="68575" marB="68575" marR="91425" marL="91425" anchor="ctr">
                    <a:lnL cap="flat" cmpd="sng" w="9525">
                      <a:solidFill>
                        <a:srgbClr val="00CEF6"/>
                      </a:solidFill>
                      <a:prstDash val="solid"/>
                      <a:round/>
                      <a:headEnd len="sm" w="sm" type="none"/>
                      <a:tailEnd len="sm" w="sm" type="none"/>
                    </a:lnL>
                    <a:lnR cap="flat" cmpd="sng" w="9525">
                      <a:solidFill>
                        <a:srgbClr val="00CEF6"/>
                      </a:solidFill>
                      <a:prstDash val="solid"/>
                      <a:round/>
                      <a:headEnd len="sm" w="sm" type="none"/>
                      <a:tailEnd len="sm" w="sm" type="none"/>
                    </a:lnR>
                    <a:lnT cap="flat" cmpd="sng" w="9525">
                      <a:solidFill>
                        <a:srgbClr val="00CEF6"/>
                      </a:solidFill>
                      <a:prstDash val="solid"/>
                      <a:round/>
                      <a:headEnd len="sm" w="sm" type="none"/>
                      <a:tailEnd len="sm" w="sm" type="none"/>
                    </a:lnT>
                    <a:lnB cap="flat" cmpd="sng" w="9525">
                      <a:solidFill>
                        <a:srgbClr val="00CEF6"/>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1200">
                          <a:solidFill>
                            <a:srgbClr val="FFFFFF"/>
                          </a:solidFill>
                          <a:latin typeface="Source Sans Pro"/>
                          <a:ea typeface="Source Sans Pro"/>
                          <a:cs typeface="Source Sans Pro"/>
                          <a:sym typeface="Source Sans Pro"/>
                        </a:rPr>
                        <a:t>YEAR 6</a:t>
                      </a:r>
                      <a:endParaRPr b="1" sz="1200">
                        <a:solidFill>
                          <a:srgbClr val="FFFFFF"/>
                        </a:solidFill>
                        <a:latin typeface="Source Sans Pro"/>
                        <a:ea typeface="Source Sans Pro"/>
                        <a:cs typeface="Source Sans Pro"/>
                        <a:sym typeface="Source Sans Pro"/>
                      </a:endParaRPr>
                    </a:p>
                  </a:txBody>
                  <a:tcPr marT="68575" marB="68575" marR="91425" marL="91425" anchor="ctr">
                    <a:lnL cap="flat" cmpd="sng" w="9525">
                      <a:solidFill>
                        <a:srgbClr val="00CEF6"/>
                      </a:solidFill>
                      <a:prstDash val="solid"/>
                      <a:round/>
                      <a:headEnd len="sm" w="sm" type="none"/>
                      <a:tailEnd len="sm" w="sm" type="none"/>
                    </a:lnL>
                    <a:lnR cap="flat" cmpd="sng" w="9525">
                      <a:solidFill>
                        <a:srgbClr val="00CEF6"/>
                      </a:solidFill>
                      <a:prstDash val="solid"/>
                      <a:round/>
                      <a:headEnd len="sm" w="sm" type="none"/>
                      <a:tailEnd len="sm" w="sm" type="none"/>
                    </a:lnR>
                    <a:lnT cap="flat" cmpd="sng" w="9525">
                      <a:solidFill>
                        <a:srgbClr val="00CEF6"/>
                      </a:solidFill>
                      <a:prstDash val="solid"/>
                      <a:round/>
                      <a:headEnd len="sm" w="sm" type="none"/>
                      <a:tailEnd len="sm" w="sm" type="none"/>
                    </a:lnT>
                    <a:lnB cap="flat" cmpd="sng" w="9525">
                      <a:solidFill>
                        <a:srgbClr val="00CEF6"/>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1200">
                          <a:solidFill>
                            <a:srgbClr val="FFFFFF"/>
                          </a:solidFill>
                          <a:latin typeface="Source Sans Pro"/>
                          <a:ea typeface="Source Sans Pro"/>
                          <a:cs typeface="Source Sans Pro"/>
                          <a:sym typeface="Source Sans Pro"/>
                        </a:rPr>
                        <a:t>YEAR 7</a:t>
                      </a:r>
                      <a:endParaRPr b="1" sz="1200">
                        <a:solidFill>
                          <a:srgbClr val="FFFFFF"/>
                        </a:solidFill>
                        <a:latin typeface="Source Sans Pro"/>
                        <a:ea typeface="Source Sans Pro"/>
                        <a:cs typeface="Source Sans Pro"/>
                        <a:sym typeface="Source Sans Pro"/>
                      </a:endParaRPr>
                    </a:p>
                  </a:txBody>
                  <a:tcPr marT="68575" marB="68575" marR="91425" marL="91425" anchor="ctr">
                    <a:lnL cap="flat" cmpd="sng" w="9525">
                      <a:solidFill>
                        <a:srgbClr val="00CEF6"/>
                      </a:solidFill>
                      <a:prstDash val="solid"/>
                      <a:round/>
                      <a:headEnd len="sm" w="sm" type="none"/>
                      <a:tailEnd len="sm" w="sm" type="none"/>
                    </a:lnL>
                    <a:lnR cap="flat" cmpd="sng" w="9525">
                      <a:solidFill>
                        <a:srgbClr val="00CEF6"/>
                      </a:solidFill>
                      <a:prstDash val="solid"/>
                      <a:round/>
                      <a:headEnd len="sm" w="sm" type="none"/>
                      <a:tailEnd len="sm" w="sm" type="none"/>
                    </a:lnR>
                    <a:lnT cap="flat" cmpd="sng" w="9525">
                      <a:solidFill>
                        <a:srgbClr val="00CEF6"/>
                      </a:solidFill>
                      <a:prstDash val="solid"/>
                      <a:round/>
                      <a:headEnd len="sm" w="sm" type="none"/>
                      <a:tailEnd len="sm" w="sm" type="none"/>
                    </a:lnT>
                    <a:lnB cap="flat" cmpd="sng" w="9525">
                      <a:solidFill>
                        <a:srgbClr val="00CEF6"/>
                      </a:solidFill>
                      <a:prstDash val="solid"/>
                      <a:round/>
                      <a:headEnd len="sm" w="sm" type="none"/>
                      <a:tailEnd len="sm" w="sm" type="none"/>
                    </a:lnB>
                    <a:solidFill>
                      <a:schemeClr val="accent1"/>
                    </a:solidFill>
                  </a:tcPr>
                </a:tc>
              </a:tr>
              <a:tr h="582750">
                <a:tc>
                  <a:txBody>
                    <a:bodyPr/>
                    <a:lstStyle/>
                    <a:p>
                      <a:pPr indent="0" lvl="0" marL="0" rtl="0" algn="ctr">
                        <a:spcBef>
                          <a:spcPts val="0"/>
                        </a:spcBef>
                        <a:spcAft>
                          <a:spcPts val="0"/>
                        </a:spcAft>
                        <a:buNone/>
                      </a:pPr>
                      <a:r>
                        <a:rPr b="1" lang="en" sz="1200">
                          <a:solidFill>
                            <a:srgbClr val="3C78D8"/>
                          </a:solidFill>
                          <a:latin typeface="Source Sans Pro"/>
                          <a:ea typeface="Source Sans Pro"/>
                          <a:cs typeface="Source Sans Pro"/>
                          <a:sym typeface="Source Sans Pro"/>
                        </a:rPr>
                        <a:t>SPRING</a:t>
                      </a:r>
                      <a:endParaRPr b="1" sz="1200">
                        <a:solidFill>
                          <a:srgbClr val="3C78D8"/>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rgbClr val="00CEF6"/>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t/>
                      </a:r>
                      <a:endParaRPr b="1" sz="1200">
                        <a:solidFill>
                          <a:srgbClr val="28324A"/>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rgbClr val="00CEF6"/>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Source Sans Pro"/>
                          <a:ea typeface="Source Sans Pro"/>
                          <a:cs typeface="Source Sans Pro"/>
                          <a:sym typeface="Source Sans Pro"/>
                        </a:rPr>
                        <a:t>2.0</a:t>
                      </a:r>
                      <a:endParaRPr b="1" sz="1200">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rgbClr val="00CEF6"/>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Source Sans Pro"/>
                          <a:ea typeface="Source Sans Pro"/>
                          <a:cs typeface="Source Sans Pro"/>
                          <a:sym typeface="Source Sans Pro"/>
                        </a:rPr>
                        <a:t>4.0</a:t>
                      </a:r>
                      <a:endParaRPr b="1" sz="1200">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rgbClr val="00CEF6"/>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rPr b="1" lang="en" sz="1200">
                          <a:solidFill>
                            <a:srgbClr val="28324A"/>
                          </a:solidFill>
                          <a:latin typeface="Source Sans Pro"/>
                          <a:ea typeface="Source Sans Pro"/>
                          <a:cs typeface="Source Sans Pro"/>
                          <a:sym typeface="Source Sans Pro"/>
                        </a:rPr>
                        <a:t>6.0</a:t>
                      </a:r>
                      <a:endParaRPr b="1" sz="1200">
                        <a:solidFill>
                          <a:srgbClr val="28324A"/>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rgbClr val="00CEF6"/>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rPr b="1" lang="en" sz="1200">
                          <a:solidFill>
                            <a:srgbClr val="28324A"/>
                          </a:solidFill>
                          <a:latin typeface="Source Sans Pro"/>
                          <a:ea typeface="Source Sans Pro"/>
                          <a:cs typeface="Source Sans Pro"/>
                          <a:sym typeface="Source Sans Pro"/>
                        </a:rPr>
                        <a:t>8.0</a:t>
                      </a:r>
                      <a:endParaRPr b="1" sz="1200">
                        <a:solidFill>
                          <a:srgbClr val="28324A"/>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rgbClr val="00CEF6"/>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 sz="1200">
                          <a:solidFill>
                            <a:srgbClr val="FF0000"/>
                          </a:solidFill>
                          <a:latin typeface="Source Sans Pro"/>
                          <a:ea typeface="Source Sans Pro"/>
                          <a:cs typeface="Source Sans Pro"/>
                          <a:sym typeface="Source Sans Pro"/>
                        </a:rPr>
                        <a:t>10.0</a:t>
                      </a:r>
                      <a:endParaRPr b="1" sz="1200">
                        <a:solidFill>
                          <a:srgbClr val="FF0000"/>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rgbClr val="00CEF6"/>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 sz="1200">
                          <a:solidFill>
                            <a:srgbClr val="FF0000"/>
                          </a:solidFill>
                          <a:latin typeface="Source Sans Pro"/>
                          <a:ea typeface="Source Sans Pro"/>
                          <a:cs typeface="Source Sans Pro"/>
                          <a:sym typeface="Source Sans Pro"/>
                        </a:rPr>
                        <a:t>12.0</a:t>
                      </a:r>
                      <a:endParaRPr b="1" sz="1200">
                        <a:solidFill>
                          <a:srgbClr val="FF0000"/>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rgbClr val="00CEF6"/>
                      </a:solidFill>
                      <a:prstDash val="solid"/>
                      <a:round/>
                      <a:headEnd len="sm" w="sm" type="none"/>
                      <a:tailEnd len="sm" w="sm" type="none"/>
                    </a:lnT>
                    <a:lnB cap="flat" cmpd="sng" w="9525">
                      <a:solidFill>
                        <a:schemeClr val="accent2"/>
                      </a:solidFill>
                      <a:prstDash val="solid"/>
                      <a:round/>
                      <a:headEnd len="sm" w="sm" type="none"/>
                      <a:tailEnd len="sm" w="sm" type="none"/>
                    </a:lnB>
                  </a:tcPr>
                </a:tc>
              </a:tr>
              <a:tr h="582750">
                <a:tc>
                  <a:txBody>
                    <a:bodyPr/>
                    <a:lstStyle/>
                    <a:p>
                      <a:pPr indent="0" lvl="0" marL="0" rtl="0" algn="ctr">
                        <a:spcBef>
                          <a:spcPts val="0"/>
                        </a:spcBef>
                        <a:spcAft>
                          <a:spcPts val="0"/>
                        </a:spcAft>
                        <a:buNone/>
                      </a:pPr>
                      <a:r>
                        <a:rPr b="1" lang="en" sz="1200">
                          <a:solidFill>
                            <a:srgbClr val="3C78D8"/>
                          </a:solidFill>
                          <a:latin typeface="Source Sans Pro"/>
                          <a:ea typeface="Source Sans Pro"/>
                          <a:cs typeface="Source Sans Pro"/>
                          <a:sym typeface="Source Sans Pro"/>
                        </a:rPr>
                        <a:t>SUMMER</a:t>
                      </a:r>
                      <a:endParaRPr b="1" sz="1200">
                        <a:solidFill>
                          <a:srgbClr val="3C78D8"/>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t/>
                      </a:r>
                      <a:endParaRPr sz="1200">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Source Sans Pro"/>
                          <a:ea typeface="Source Sans Pro"/>
                          <a:cs typeface="Source Sans Pro"/>
                          <a:sym typeface="Source Sans Pro"/>
                        </a:rPr>
                        <a:t>2.5</a:t>
                      </a:r>
                      <a:endParaRPr sz="1200">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Source Sans Pro"/>
                          <a:ea typeface="Source Sans Pro"/>
                          <a:cs typeface="Source Sans Pro"/>
                          <a:sym typeface="Source Sans Pro"/>
                        </a:rPr>
                        <a:t>4.5</a:t>
                      </a:r>
                      <a:endParaRPr sz="1200">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rgbClr val="28324A"/>
                          </a:solidFill>
                          <a:latin typeface="Source Sans Pro"/>
                          <a:ea typeface="Source Sans Pro"/>
                          <a:cs typeface="Source Sans Pro"/>
                          <a:sym typeface="Source Sans Pro"/>
                        </a:rPr>
                        <a:t>6.5</a:t>
                      </a:r>
                      <a:endParaRPr sz="1200">
                        <a:solidFill>
                          <a:srgbClr val="28324A"/>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rgbClr val="28324A"/>
                          </a:solidFill>
                          <a:latin typeface="Source Sans Pro"/>
                          <a:ea typeface="Source Sans Pro"/>
                          <a:cs typeface="Source Sans Pro"/>
                          <a:sym typeface="Source Sans Pro"/>
                        </a:rPr>
                        <a:t>8.5</a:t>
                      </a:r>
                      <a:endParaRPr sz="1200">
                        <a:solidFill>
                          <a:srgbClr val="28324A"/>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 sz="1200">
                          <a:solidFill>
                            <a:srgbClr val="FF0000"/>
                          </a:solidFill>
                          <a:latin typeface="Source Sans Pro"/>
                          <a:ea typeface="Source Sans Pro"/>
                          <a:cs typeface="Source Sans Pro"/>
                          <a:sym typeface="Source Sans Pro"/>
                        </a:rPr>
                        <a:t>10.5</a:t>
                      </a:r>
                      <a:endParaRPr b="1" sz="1200">
                        <a:solidFill>
                          <a:srgbClr val="FF0000"/>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 sz="1000">
                          <a:solidFill>
                            <a:srgbClr val="FF0000"/>
                          </a:solidFill>
                          <a:latin typeface="Source Sans Pro"/>
                          <a:ea typeface="Source Sans Pro"/>
                          <a:cs typeface="Source Sans Pro"/>
                          <a:sym typeface="Source Sans Pro"/>
                        </a:rPr>
                        <a:t>maximum</a:t>
                      </a:r>
                      <a:endParaRPr b="1" sz="1000">
                        <a:solidFill>
                          <a:srgbClr val="FF0000"/>
                        </a:solidFill>
                        <a:latin typeface="Source Sans Pro"/>
                        <a:ea typeface="Source Sans Pro"/>
                        <a:cs typeface="Source Sans Pro"/>
                        <a:sym typeface="Source Sans Pro"/>
                      </a:endParaRPr>
                    </a:p>
                    <a:p>
                      <a:pPr indent="0" lvl="0" marL="0" marR="0" rtl="0" algn="ctr">
                        <a:lnSpc>
                          <a:spcPct val="100000"/>
                        </a:lnSpc>
                        <a:spcBef>
                          <a:spcPts val="0"/>
                        </a:spcBef>
                        <a:spcAft>
                          <a:spcPts val="0"/>
                        </a:spcAft>
                        <a:buNone/>
                      </a:pPr>
                      <a:r>
                        <a:rPr b="1" lang="en" sz="1200">
                          <a:solidFill>
                            <a:srgbClr val="FF0000"/>
                          </a:solidFill>
                          <a:latin typeface="Source Sans Pro"/>
                          <a:ea typeface="Source Sans Pro"/>
                          <a:cs typeface="Source Sans Pro"/>
                          <a:sym typeface="Source Sans Pro"/>
                        </a:rPr>
                        <a:t>12.5</a:t>
                      </a:r>
                      <a:endParaRPr b="1" sz="1200">
                        <a:solidFill>
                          <a:srgbClr val="FF0000"/>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r>
              <a:tr h="582750">
                <a:tc>
                  <a:txBody>
                    <a:bodyPr/>
                    <a:lstStyle/>
                    <a:p>
                      <a:pPr indent="0" lvl="0" marL="0" rtl="0" algn="ctr">
                        <a:spcBef>
                          <a:spcPts val="0"/>
                        </a:spcBef>
                        <a:spcAft>
                          <a:spcPts val="0"/>
                        </a:spcAft>
                        <a:buNone/>
                      </a:pPr>
                      <a:r>
                        <a:rPr b="1" lang="en" sz="1200">
                          <a:solidFill>
                            <a:srgbClr val="3C78D8"/>
                          </a:solidFill>
                          <a:latin typeface="Source Sans Pro"/>
                          <a:ea typeface="Source Sans Pro"/>
                          <a:cs typeface="Source Sans Pro"/>
                          <a:sym typeface="Source Sans Pro"/>
                        </a:rPr>
                        <a:t>FALL</a:t>
                      </a:r>
                      <a:endParaRPr b="1" sz="1200">
                        <a:solidFill>
                          <a:srgbClr val="3C78D8"/>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Source Sans Pro"/>
                          <a:ea typeface="Source Sans Pro"/>
                          <a:cs typeface="Source Sans Pro"/>
                          <a:sym typeface="Source Sans Pro"/>
                        </a:rPr>
                        <a:t>semester </a:t>
                      </a:r>
                      <a:r>
                        <a:rPr b="1" lang="en" sz="1200">
                          <a:latin typeface="Source Sans Pro"/>
                          <a:ea typeface="Source Sans Pro"/>
                          <a:cs typeface="Source Sans Pro"/>
                          <a:sym typeface="Source Sans Pro"/>
                        </a:rPr>
                        <a:t>1.0</a:t>
                      </a:r>
                      <a:endParaRPr b="1" sz="1200">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Source Sans Pro"/>
                          <a:ea typeface="Source Sans Pro"/>
                          <a:cs typeface="Source Sans Pro"/>
                          <a:sym typeface="Source Sans Pro"/>
                        </a:rPr>
                        <a:t>3.0</a:t>
                      </a:r>
                      <a:endParaRPr b="1" sz="1200">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Source Sans Pro"/>
                          <a:ea typeface="Source Sans Pro"/>
                          <a:cs typeface="Source Sans Pro"/>
                          <a:sym typeface="Source Sans Pro"/>
                        </a:rPr>
                        <a:t>5.0</a:t>
                      </a:r>
                      <a:endParaRPr b="1" sz="1200">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rPr b="1" lang="en" sz="1200">
                          <a:solidFill>
                            <a:srgbClr val="28324A"/>
                          </a:solidFill>
                          <a:latin typeface="Source Sans Pro"/>
                          <a:ea typeface="Source Sans Pro"/>
                          <a:cs typeface="Source Sans Pro"/>
                          <a:sym typeface="Source Sans Pro"/>
                        </a:rPr>
                        <a:t>7.0</a:t>
                      </a:r>
                      <a:endParaRPr b="1" sz="1200">
                        <a:solidFill>
                          <a:srgbClr val="28324A"/>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rPr b="1" lang="en" sz="1200">
                          <a:solidFill>
                            <a:srgbClr val="FF0000"/>
                          </a:solidFill>
                          <a:latin typeface="Source Sans Pro"/>
                          <a:ea typeface="Source Sans Pro"/>
                          <a:cs typeface="Source Sans Pro"/>
                          <a:sym typeface="Source Sans Pro"/>
                        </a:rPr>
                        <a:t>9.0</a:t>
                      </a:r>
                      <a:endParaRPr b="1" sz="1200">
                        <a:solidFill>
                          <a:srgbClr val="FF0000"/>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 sz="1200">
                          <a:solidFill>
                            <a:srgbClr val="FF0000"/>
                          </a:solidFill>
                          <a:latin typeface="Source Sans Pro"/>
                          <a:ea typeface="Source Sans Pro"/>
                          <a:cs typeface="Source Sans Pro"/>
                          <a:sym typeface="Source Sans Pro"/>
                        </a:rPr>
                        <a:t>11.0</a:t>
                      </a:r>
                      <a:endParaRPr b="1" sz="1200">
                        <a:solidFill>
                          <a:srgbClr val="FF0000"/>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t/>
                      </a:r>
                      <a:endParaRPr b="1" sz="1200">
                        <a:solidFill>
                          <a:schemeClr val="accent4"/>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r>
              <a:tr h="582750">
                <a:tc>
                  <a:txBody>
                    <a:bodyPr/>
                    <a:lstStyle/>
                    <a:p>
                      <a:pPr indent="0" lvl="0" marL="0" rtl="0" algn="ctr">
                        <a:spcBef>
                          <a:spcPts val="0"/>
                        </a:spcBef>
                        <a:spcAft>
                          <a:spcPts val="0"/>
                        </a:spcAft>
                        <a:buNone/>
                      </a:pPr>
                      <a:r>
                        <a:rPr b="1" lang="en" sz="1200">
                          <a:solidFill>
                            <a:srgbClr val="3C78D8"/>
                          </a:solidFill>
                          <a:latin typeface="Source Sans Pro"/>
                          <a:ea typeface="Source Sans Pro"/>
                          <a:cs typeface="Source Sans Pro"/>
                          <a:sym typeface="Source Sans Pro"/>
                        </a:rPr>
                        <a:t>WINTR</a:t>
                      </a:r>
                      <a:endParaRPr b="1" sz="1200">
                        <a:solidFill>
                          <a:srgbClr val="3C78D8"/>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rgbClr val="28324A"/>
                          </a:solidFill>
                          <a:latin typeface="Source Sans Pro"/>
                          <a:ea typeface="Source Sans Pro"/>
                          <a:cs typeface="Source Sans Pro"/>
                          <a:sym typeface="Source Sans Pro"/>
                        </a:rPr>
                        <a:t>1.5</a:t>
                      </a:r>
                      <a:endParaRPr sz="1200">
                        <a:solidFill>
                          <a:srgbClr val="28324A"/>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rgbClr val="28324A"/>
                          </a:solidFill>
                          <a:latin typeface="Source Sans Pro"/>
                          <a:ea typeface="Source Sans Pro"/>
                          <a:cs typeface="Source Sans Pro"/>
                          <a:sym typeface="Source Sans Pro"/>
                        </a:rPr>
                        <a:t>3.5</a:t>
                      </a:r>
                      <a:endParaRPr sz="1200">
                        <a:solidFill>
                          <a:srgbClr val="28324A"/>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rgbClr val="28324A"/>
                          </a:solidFill>
                          <a:latin typeface="Source Sans Pro"/>
                          <a:ea typeface="Source Sans Pro"/>
                          <a:cs typeface="Source Sans Pro"/>
                          <a:sym typeface="Source Sans Pro"/>
                        </a:rPr>
                        <a:t>5.5</a:t>
                      </a:r>
                      <a:endParaRPr sz="1200">
                        <a:solidFill>
                          <a:srgbClr val="28324A"/>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rgbClr val="28324A"/>
                          </a:solidFill>
                          <a:latin typeface="Source Sans Pro"/>
                          <a:ea typeface="Source Sans Pro"/>
                          <a:cs typeface="Source Sans Pro"/>
                          <a:sym typeface="Source Sans Pro"/>
                        </a:rPr>
                        <a:t>7.5</a:t>
                      </a:r>
                      <a:endParaRPr sz="1200">
                        <a:solidFill>
                          <a:srgbClr val="28324A"/>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rgbClr val="FF0000"/>
                          </a:solidFill>
                          <a:latin typeface="Source Sans Pro"/>
                          <a:ea typeface="Source Sans Pro"/>
                          <a:cs typeface="Source Sans Pro"/>
                          <a:sym typeface="Source Sans Pro"/>
                        </a:rPr>
                        <a:t>9.5</a:t>
                      </a:r>
                      <a:endParaRPr sz="1200">
                        <a:solidFill>
                          <a:srgbClr val="FF0000"/>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 sz="1200">
                          <a:solidFill>
                            <a:srgbClr val="FF0000"/>
                          </a:solidFill>
                          <a:latin typeface="Source Sans Pro"/>
                          <a:ea typeface="Source Sans Pro"/>
                          <a:cs typeface="Source Sans Pro"/>
                          <a:sym typeface="Source Sans Pro"/>
                        </a:rPr>
                        <a:t>11.5</a:t>
                      </a:r>
                      <a:endParaRPr b="1" sz="1200">
                        <a:solidFill>
                          <a:srgbClr val="FF0000"/>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t/>
                      </a:r>
                      <a:endParaRPr b="1" sz="1200">
                        <a:solidFill>
                          <a:schemeClr val="accent4"/>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19"/>
          <p:cNvSpPr txBox="1"/>
          <p:nvPr>
            <p:ph type="title"/>
          </p:nvPr>
        </p:nvSpPr>
        <p:spPr>
          <a:xfrm>
            <a:off x="914400" y="514350"/>
            <a:ext cx="7315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rPr>
              <a:t>F</a:t>
            </a:r>
            <a:r>
              <a:rPr lang="en">
                <a:solidFill>
                  <a:schemeClr val="accent2"/>
                </a:solidFill>
              </a:rPr>
              <a:t>OR STUDENTS WHO REGISTERED IN SPRING</a:t>
            </a:r>
            <a:endParaRPr>
              <a:solidFill>
                <a:schemeClr val="accent2"/>
              </a:solidFill>
            </a:endParaRPr>
          </a:p>
        </p:txBody>
      </p:sp>
      <p:sp>
        <p:nvSpPr>
          <p:cNvPr id="507" name="Google Shape;507;p19"/>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508" name="Google Shape;508;p19"/>
          <p:cNvGraphicFramePr/>
          <p:nvPr/>
        </p:nvGraphicFramePr>
        <p:xfrm>
          <a:off x="1371588" y="1114875"/>
          <a:ext cx="3000000" cy="3000000"/>
        </p:xfrm>
        <a:graphic>
          <a:graphicData uri="http://schemas.openxmlformats.org/drawingml/2006/table">
            <a:tbl>
              <a:tblPr>
                <a:noFill/>
                <a:tableStyleId>{ED38236B-0A4B-4D1E-A3D3-BF29979D5375}</a:tableStyleId>
              </a:tblPr>
              <a:tblGrid>
                <a:gridCol w="1256350"/>
                <a:gridCol w="857400"/>
                <a:gridCol w="857400"/>
                <a:gridCol w="857400"/>
                <a:gridCol w="857400"/>
                <a:gridCol w="857400"/>
                <a:gridCol w="857400"/>
              </a:tblGrid>
              <a:tr h="582750">
                <a:tc>
                  <a:txBody>
                    <a:bodyPr/>
                    <a:lstStyle/>
                    <a:p>
                      <a:pPr indent="0" lvl="0" marL="0" marR="0" rtl="0" algn="ctr">
                        <a:lnSpc>
                          <a:spcPct val="100000"/>
                        </a:lnSpc>
                        <a:spcBef>
                          <a:spcPts val="0"/>
                        </a:spcBef>
                        <a:spcAft>
                          <a:spcPts val="0"/>
                        </a:spcAft>
                        <a:buNone/>
                      </a:pPr>
                      <a:r>
                        <a:rPr b="1" lang="en" sz="1200">
                          <a:solidFill>
                            <a:srgbClr val="FFFFFF"/>
                          </a:solidFill>
                          <a:latin typeface="Source Sans Pro"/>
                          <a:ea typeface="Source Sans Pro"/>
                          <a:cs typeface="Source Sans Pro"/>
                          <a:sym typeface="Source Sans Pro"/>
                        </a:rPr>
                        <a:t>SEMESTER</a:t>
                      </a:r>
                      <a:endParaRPr b="1" sz="1200">
                        <a:solidFill>
                          <a:srgbClr val="FFFFFF"/>
                        </a:solidFill>
                        <a:latin typeface="Source Sans Pro"/>
                        <a:ea typeface="Source Sans Pro"/>
                        <a:cs typeface="Source Sans Pro"/>
                        <a:sym typeface="Source Sans Pro"/>
                      </a:endParaRPr>
                    </a:p>
                  </a:txBody>
                  <a:tcPr marT="68575" marB="68575" marR="91425" marL="91425" anchor="ctr">
                    <a:lnL cap="flat" cmpd="sng" w="9525">
                      <a:solidFill>
                        <a:srgbClr val="00CEF6"/>
                      </a:solidFill>
                      <a:prstDash val="solid"/>
                      <a:round/>
                      <a:headEnd len="sm" w="sm" type="none"/>
                      <a:tailEnd len="sm" w="sm" type="none"/>
                    </a:lnL>
                    <a:lnR cap="flat" cmpd="sng" w="9525">
                      <a:solidFill>
                        <a:srgbClr val="00CEF6"/>
                      </a:solidFill>
                      <a:prstDash val="solid"/>
                      <a:round/>
                      <a:headEnd len="sm" w="sm" type="none"/>
                      <a:tailEnd len="sm" w="sm" type="none"/>
                    </a:lnR>
                    <a:lnT cap="flat" cmpd="sng" w="9525">
                      <a:solidFill>
                        <a:srgbClr val="00CEF6"/>
                      </a:solidFill>
                      <a:prstDash val="solid"/>
                      <a:round/>
                      <a:headEnd len="sm" w="sm" type="none"/>
                      <a:tailEnd len="sm" w="sm" type="none"/>
                    </a:lnT>
                    <a:lnB cap="flat" cmpd="sng" w="9525">
                      <a:solidFill>
                        <a:srgbClr val="00CEF6"/>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1200">
                          <a:solidFill>
                            <a:srgbClr val="FFFFFF"/>
                          </a:solidFill>
                          <a:latin typeface="Source Sans Pro"/>
                          <a:ea typeface="Source Sans Pro"/>
                          <a:cs typeface="Source Sans Pro"/>
                          <a:sym typeface="Source Sans Pro"/>
                        </a:rPr>
                        <a:t>YEAR 1</a:t>
                      </a:r>
                      <a:endParaRPr b="1" sz="1200">
                        <a:solidFill>
                          <a:srgbClr val="FFFFFF"/>
                        </a:solidFill>
                        <a:latin typeface="Source Sans Pro"/>
                        <a:ea typeface="Source Sans Pro"/>
                        <a:cs typeface="Source Sans Pro"/>
                        <a:sym typeface="Source Sans Pro"/>
                      </a:endParaRPr>
                    </a:p>
                  </a:txBody>
                  <a:tcPr marT="68575" marB="68575" marR="91425" marL="91425" anchor="ctr">
                    <a:lnL cap="flat" cmpd="sng" w="9525">
                      <a:solidFill>
                        <a:srgbClr val="00CEF6"/>
                      </a:solidFill>
                      <a:prstDash val="solid"/>
                      <a:round/>
                      <a:headEnd len="sm" w="sm" type="none"/>
                      <a:tailEnd len="sm" w="sm" type="none"/>
                    </a:lnL>
                    <a:lnR cap="flat" cmpd="sng" w="9525">
                      <a:solidFill>
                        <a:srgbClr val="00CEF6"/>
                      </a:solidFill>
                      <a:prstDash val="solid"/>
                      <a:round/>
                      <a:headEnd len="sm" w="sm" type="none"/>
                      <a:tailEnd len="sm" w="sm" type="none"/>
                    </a:lnR>
                    <a:lnT cap="flat" cmpd="sng" w="9525">
                      <a:solidFill>
                        <a:srgbClr val="00CEF6"/>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1200">
                          <a:solidFill>
                            <a:srgbClr val="FFFFFF"/>
                          </a:solidFill>
                          <a:latin typeface="Source Sans Pro"/>
                          <a:ea typeface="Source Sans Pro"/>
                          <a:cs typeface="Source Sans Pro"/>
                          <a:sym typeface="Source Sans Pro"/>
                        </a:rPr>
                        <a:t>YEAR 2</a:t>
                      </a:r>
                      <a:endParaRPr b="1" sz="1200">
                        <a:solidFill>
                          <a:srgbClr val="FFFFFF"/>
                        </a:solidFill>
                        <a:latin typeface="Source Sans Pro"/>
                        <a:ea typeface="Source Sans Pro"/>
                        <a:cs typeface="Source Sans Pro"/>
                        <a:sym typeface="Source Sans Pro"/>
                      </a:endParaRPr>
                    </a:p>
                  </a:txBody>
                  <a:tcPr marT="68575" marB="68575" marR="91425" marL="91425" anchor="ctr">
                    <a:lnL cap="flat" cmpd="sng" w="9525">
                      <a:solidFill>
                        <a:srgbClr val="00CEF6"/>
                      </a:solidFill>
                      <a:prstDash val="solid"/>
                      <a:round/>
                      <a:headEnd len="sm" w="sm" type="none"/>
                      <a:tailEnd len="sm" w="sm" type="none"/>
                    </a:lnL>
                    <a:lnR cap="flat" cmpd="sng" w="9525">
                      <a:solidFill>
                        <a:srgbClr val="00CEF6"/>
                      </a:solidFill>
                      <a:prstDash val="solid"/>
                      <a:round/>
                      <a:headEnd len="sm" w="sm" type="none"/>
                      <a:tailEnd len="sm" w="sm" type="none"/>
                    </a:lnR>
                    <a:lnT cap="flat" cmpd="sng" w="9525">
                      <a:solidFill>
                        <a:srgbClr val="00CEF6"/>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1200">
                          <a:solidFill>
                            <a:srgbClr val="FFFFFF"/>
                          </a:solidFill>
                          <a:latin typeface="Source Sans Pro"/>
                          <a:ea typeface="Source Sans Pro"/>
                          <a:cs typeface="Source Sans Pro"/>
                          <a:sym typeface="Source Sans Pro"/>
                        </a:rPr>
                        <a:t>YEAR 3</a:t>
                      </a:r>
                      <a:endParaRPr b="1" sz="1200">
                        <a:solidFill>
                          <a:srgbClr val="FFFFFF"/>
                        </a:solidFill>
                        <a:latin typeface="Source Sans Pro"/>
                        <a:ea typeface="Source Sans Pro"/>
                        <a:cs typeface="Source Sans Pro"/>
                        <a:sym typeface="Source Sans Pro"/>
                      </a:endParaRPr>
                    </a:p>
                  </a:txBody>
                  <a:tcPr marT="68575" marB="68575" marR="91425" marL="91425" anchor="ctr">
                    <a:lnL cap="flat" cmpd="sng" w="9525">
                      <a:solidFill>
                        <a:srgbClr val="00CEF6"/>
                      </a:solidFill>
                      <a:prstDash val="solid"/>
                      <a:round/>
                      <a:headEnd len="sm" w="sm" type="none"/>
                      <a:tailEnd len="sm" w="sm" type="none"/>
                    </a:lnL>
                    <a:lnR cap="flat" cmpd="sng" w="9525">
                      <a:solidFill>
                        <a:srgbClr val="00CEF6"/>
                      </a:solidFill>
                      <a:prstDash val="solid"/>
                      <a:round/>
                      <a:headEnd len="sm" w="sm" type="none"/>
                      <a:tailEnd len="sm" w="sm" type="none"/>
                    </a:lnR>
                    <a:lnT cap="flat" cmpd="sng" w="9525">
                      <a:solidFill>
                        <a:srgbClr val="00CEF6"/>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1200">
                          <a:solidFill>
                            <a:srgbClr val="FFFFFF"/>
                          </a:solidFill>
                          <a:latin typeface="Source Sans Pro"/>
                          <a:ea typeface="Source Sans Pro"/>
                          <a:cs typeface="Source Sans Pro"/>
                          <a:sym typeface="Source Sans Pro"/>
                        </a:rPr>
                        <a:t>YEAR 4</a:t>
                      </a:r>
                      <a:endParaRPr b="1" sz="1200">
                        <a:solidFill>
                          <a:srgbClr val="FFFFFF"/>
                        </a:solidFill>
                        <a:latin typeface="Source Sans Pro"/>
                        <a:ea typeface="Source Sans Pro"/>
                        <a:cs typeface="Source Sans Pro"/>
                        <a:sym typeface="Source Sans Pro"/>
                      </a:endParaRPr>
                    </a:p>
                  </a:txBody>
                  <a:tcPr marT="68575" marB="68575" marR="91425" marL="91425" anchor="ctr">
                    <a:lnL cap="flat" cmpd="sng" w="9525">
                      <a:solidFill>
                        <a:srgbClr val="00CEF6"/>
                      </a:solidFill>
                      <a:prstDash val="solid"/>
                      <a:round/>
                      <a:headEnd len="sm" w="sm" type="none"/>
                      <a:tailEnd len="sm" w="sm" type="none"/>
                    </a:lnL>
                    <a:lnR cap="flat" cmpd="sng" w="9525">
                      <a:solidFill>
                        <a:srgbClr val="00CEF6"/>
                      </a:solidFill>
                      <a:prstDash val="solid"/>
                      <a:round/>
                      <a:headEnd len="sm" w="sm" type="none"/>
                      <a:tailEnd len="sm" w="sm" type="none"/>
                    </a:lnR>
                    <a:lnT cap="flat" cmpd="sng" w="9525">
                      <a:solidFill>
                        <a:srgbClr val="00CEF6"/>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1200">
                          <a:solidFill>
                            <a:srgbClr val="FFFFFF"/>
                          </a:solidFill>
                          <a:latin typeface="Source Sans Pro"/>
                          <a:ea typeface="Source Sans Pro"/>
                          <a:cs typeface="Source Sans Pro"/>
                          <a:sym typeface="Source Sans Pro"/>
                        </a:rPr>
                        <a:t>YEAR 5</a:t>
                      </a:r>
                      <a:endParaRPr b="1" sz="1200">
                        <a:solidFill>
                          <a:srgbClr val="FFFFFF"/>
                        </a:solidFill>
                        <a:latin typeface="Source Sans Pro"/>
                        <a:ea typeface="Source Sans Pro"/>
                        <a:cs typeface="Source Sans Pro"/>
                        <a:sym typeface="Source Sans Pro"/>
                      </a:endParaRPr>
                    </a:p>
                  </a:txBody>
                  <a:tcPr marT="68575" marB="68575" marR="91425" marL="91425" anchor="ctr">
                    <a:lnL cap="flat" cmpd="sng" w="9525">
                      <a:solidFill>
                        <a:srgbClr val="00CEF6"/>
                      </a:solidFill>
                      <a:prstDash val="solid"/>
                      <a:round/>
                      <a:headEnd len="sm" w="sm" type="none"/>
                      <a:tailEnd len="sm" w="sm" type="none"/>
                    </a:lnL>
                    <a:lnR cap="flat" cmpd="sng" w="9525">
                      <a:solidFill>
                        <a:srgbClr val="00CEF6"/>
                      </a:solidFill>
                      <a:prstDash val="solid"/>
                      <a:round/>
                      <a:headEnd len="sm" w="sm" type="none"/>
                      <a:tailEnd len="sm" w="sm" type="none"/>
                    </a:lnR>
                    <a:lnT cap="flat" cmpd="sng" w="9525">
                      <a:solidFill>
                        <a:srgbClr val="00CEF6"/>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1200">
                          <a:solidFill>
                            <a:srgbClr val="FFFFFF"/>
                          </a:solidFill>
                          <a:latin typeface="Source Sans Pro"/>
                          <a:ea typeface="Source Sans Pro"/>
                          <a:cs typeface="Source Sans Pro"/>
                          <a:sym typeface="Source Sans Pro"/>
                        </a:rPr>
                        <a:t>YEAR 6</a:t>
                      </a:r>
                      <a:endParaRPr b="1" sz="1200">
                        <a:solidFill>
                          <a:srgbClr val="FFFFFF"/>
                        </a:solidFill>
                        <a:latin typeface="Source Sans Pro"/>
                        <a:ea typeface="Source Sans Pro"/>
                        <a:cs typeface="Source Sans Pro"/>
                        <a:sym typeface="Source Sans Pro"/>
                      </a:endParaRPr>
                    </a:p>
                  </a:txBody>
                  <a:tcPr marT="68575" marB="68575" marR="91425" marL="91425" anchor="ctr">
                    <a:lnL cap="flat" cmpd="sng" w="9525">
                      <a:solidFill>
                        <a:srgbClr val="00CEF6"/>
                      </a:solidFill>
                      <a:prstDash val="solid"/>
                      <a:round/>
                      <a:headEnd len="sm" w="sm" type="none"/>
                      <a:tailEnd len="sm" w="sm" type="none"/>
                    </a:lnL>
                    <a:lnR cap="flat" cmpd="sng" w="9525">
                      <a:solidFill>
                        <a:srgbClr val="00CEF6"/>
                      </a:solidFill>
                      <a:prstDash val="solid"/>
                      <a:round/>
                      <a:headEnd len="sm" w="sm" type="none"/>
                      <a:tailEnd len="sm" w="sm" type="none"/>
                    </a:lnR>
                    <a:lnT cap="flat" cmpd="sng" w="9525">
                      <a:solidFill>
                        <a:srgbClr val="00CEF6"/>
                      </a:solidFill>
                      <a:prstDash val="solid"/>
                      <a:round/>
                      <a:headEnd len="sm" w="sm" type="none"/>
                      <a:tailEnd len="sm" w="sm" type="none"/>
                    </a:lnT>
                    <a:lnB cap="flat" cmpd="sng" w="9525">
                      <a:solidFill>
                        <a:schemeClr val="accent2"/>
                      </a:solidFill>
                      <a:prstDash val="solid"/>
                      <a:round/>
                      <a:headEnd len="sm" w="sm" type="none"/>
                      <a:tailEnd len="sm" w="sm" type="none"/>
                    </a:lnB>
                    <a:solidFill>
                      <a:schemeClr val="accent1"/>
                    </a:solidFill>
                  </a:tcPr>
                </a:tc>
              </a:tr>
              <a:tr h="582750">
                <a:tc>
                  <a:txBody>
                    <a:bodyPr/>
                    <a:lstStyle/>
                    <a:p>
                      <a:pPr indent="0" lvl="0" marL="0" rtl="0" algn="ctr">
                        <a:spcBef>
                          <a:spcPts val="0"/>
                        </a:spcBef>
                        <a:spcAft>
                          <a:spcPts val="0"/>
                        </a:spcAft>
                        <a:buNone/>
                      </a:pPr>
                      <a:r>
                        <a:rPr b="1" lang="en" sz="1200">
                          <a:solidFill>
                            <a:srgbClr val="3C78D8"/>
                          </a:solidFill>
                          <a:latin typeface="Source Sans Pro"/>
                          <a:ea typeface="Source Sans Pro"/>
                          <a:cs typeface="Source Sans Pro"/>
                          <a:sym typeface="Source Sans Pro"/>
                        </a:rPr>
                        <a:t>SPRING</a:t>
                      </a:r>
                      <a:endParaRPr b="1" sz="1200">
                        <a:solidFill>
                          <a:srgbClr val="3C78D8"/>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rgbClr val="00CEF6"/>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Source Sans Pro"/>
                          <a:ea typeface="Source Sans Pro"/>
                          <a:cs typeface="Source Sans Pro"/>
                          <a:sym typeface="Source Sans Pro"/>
                        </a:rPr>
                        <a:t>semester</a:t>
                      </a:r>
                      <a:endParaRPr sz="1000">
                        <a:latin typeface="Source Sans Pro"/>
                        <a:ea typeface="Source Sans Pro"/>
                        <a:cs typeface="Source Sans Pro"/>
                        <a:sym typeface="Source Sans Pro"/>
                      </a:endParaRPr>
                    </a:p>
                    <a:p>
                      <a:pPr indent="0" lvl="0" marL="0" rtl="0" algn="ctr">
                        <a:spcBef>
                          <a:spcPts val="0"/>
                        </a:spcBef>
                        <a:spcAft>
                          <a:spcPts val="0"/>
                        </a:spcAft>
                        <a:buNone/>
                      </a:pPr>
                      <a:r>
                        <a:rPr b="1" lang="en" sz="1200">
                          <a:latin typeface="Source Sans Pro"/>
                          <a:ea typeface="Source Sans Pro"/>
                          <a:cs typeface="Source Sans Pro"/>
                          <a:sym typeface="Source Sans Pro"/>
                        </a:rPr>
                        <a:t>1.0</a:t>
                      </a:r>
                      <a:endParaRPr b="1" sz="1200">
                        <a:solidFill>
                          <a:srgbClr val="28324A"/>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Source Sans Pro"/>
                          <a:ea typeface="Source Sans Pro"/>
                          <a:cs typeface="Source Sans Pro"/>
                          <a:sym typeface="Source Sans Pro"/>
                        </a:rPr>
                        <a:t>3.0</a:t>
                      </a:r>
                      <a:endParaRPr b="1" sz="1200">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Source Sans Pro"/>
                          <a:ea typeface="Source Sans Pro"/>
                          <a:cs typeface="Source Sans Pro"/>
                          <a:sym typeface="Source Sans Pro"/>
                        </a:rPr>
                        <a:t>5.0</a:t>
                      </a:r>
                      <a:endParaRPr b="1" sz="1200">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rPr b="1" lang="en" sz="1200">
                          <a:solidFill>
                            <a:srgbClr val="28324A"/>
                          </a:solidFill>
                          <a:latin typeface="Source Sans Pro"/>
                          <a:ea typeface="Source Sans Pro"/>
                          <a:cs typeface="Source Sans Pro"/>
                          <a:sym typeface="Source Sans Pro"/>
                        </a:rPr>
                        <a:t>7.0</a:t>
                      </a:r>
                      <a:endParaRPr b="1" sz="1200">
                        <a:solidFill>
                          <a:srgbClr val="28324A"/>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rPr b="1" lang="en" sz="1200">
                          <a:solidFill>
                            <a:srgbClr val="FF0000"/>
                          </a:solidFill>
                          <a:latin typeface="Source Sans Pro"/>
                          <a:ea typeface="Source Sans Pro"/>
                          <a:cs typeface="Source Sans Pro"/>
                          <a:sym typeface="Source Sans Pro"/>
                        </a:rPr>
                        <a:t>9.0</a:t>
                      </a:r>
                      <a:endParaRPr b="1" sz="1200">
                        <a:solidFill>
                          <a:srgbClr val="FF0000"/>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 sz="1200">
                          <a:solidFill>
                            <a:srgbClr val="FF0000"/>
                          </a:solidFill>
                          <a:latin typeface="Source Sans Pro"/>
                          <a:ea typeface="Source Sans Pro"/>
                          <a:cs typeface="Source Sans Pro"/>
                          <a:sym typeface="Source Sans Pro"/>
                        </a:rPr>
                        <a:t>11.0</a:t>
                      </a:r>
                      <a:endParaRPr b="1" sz="1200">
                        <a:solidFill>
                          <a:srgbClr val="FF0000"/>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r>
              <a:tr h="582750">
                <a:tc>
                  <a:txBody>
                    <a:bodyPr/>
                    <a:lstStyle/>
                    <a:p>
                      <a:pPr indent="0" lvl="0" marL="0" rtl="0" algn="ctr">
                        <a:spcBef>
                          <a:spcPts val="0"/>
                        </a:spcBef>
                        <a:spcAft>
                          <a:spcPts val="0"/>
                        </a:spcAft>
                        <a:buNone/>
                      </a:pPr>
                      <a:r>
                        <a:rPr b="1" lang="en" sz="1200">
                          <a:solidFill>
                            <a:srgbClr val="3C78D8"/>
                          </a:solidFill>
                          <a:latin typeface="Source Sans Pro"/>
                          <a:ea typeface="Source Sans Pro"/>
                          <a:cs typeface="Source Sans Pro"/>
                          <a:sym typeface="Source Sans Pro"/>
                        </a:rPr>
                        <a:t>SUMMER</a:t>
                      </a:r>
                      <a:endParaRPr b="1" sz="1200">
                        <a:solidFill>
                          <a:srgbClr val="3C78D8"/>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rgbClr val="28324A"/>
                          </a:solidFill>
                          <a:latin typeface="Source Sans Pro"/>
                          <a:ea typeface="Source Sans Pro"/>
                          <a:cs typeface="Source Sans Pro"/>
                          <a:sym typeface="Source Sans Pro"/>
                        </a:rPr>
                        <a:t>1.5</a:t>
                      </a:r>
                      <a:endParaRPr sz="1200">
                        <a:solidFill>
                          <a:srgbClr val="28324A"/>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rgbClr val="00CEF6"/>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rgbClr val="28324A"/>
                          </a:solidFill>
                          <a:latin typeface="Source Sans Pro"/>
                          <a:ea typeface="Source Sans Pro"/>
                          <a:cs typeface="Source Sans Pro"/>
                          <a:sym typeface="Source Sans Pro"/>
                        </a:rPr>
                        <a:t>3.5</a:t>
                      </a:r>
                      <a:endParaRPr sz="1200">
                        <a:solidFill>
                          <a:srgbClr val="28324A"/>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rgbClr val="00CEF6"/>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rgbClr val="28324A"/>
                          </a:solidFill>
                          <a:latin typeface="Source Sans Pro"/>
                          <a:ea typeface="Source Sans Pro"/>
                          <a:cs typeface="Source Sans Pro"/>
                          <a:sym typeface="Source Sans Pro"/>
                        </a:rPr>
                        <a:t>5.5</a:t>
                      </a:r>
                      <a:endParaRPr sz="1200">
                        <a:solidFill>
                          <a:srgbClr val="28324A"/>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rgbClr val="00CEF6"/>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rgbClr val="28324A"/>
                          </a:solidFill>
                          <a:latin typeface="Source Sans Pro"/>
                          <a:ea typeface="Source Sans Pro"/>
                          <a:cs typeface="Source Sans Pro"/>
                          <a:sym typeface="Source Sans Pro"/>
                        </a:rPr>
                        <a:t>7.5</a:t>
                      </a:r>
                      <a:endParaRPr sz="1200">
                        <a:solidFill>
                          <a:srgbClr val="28324A"/>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rgbClr val="00CEF6"/>
                      </a:solidFill>
                      <a:prstDash val="solid"/>
                      <a:round/>
                      <a:headEnd len="sm" w="sm" type="none"/>
                      <a:tailEnd len="sm" w="sm" type="none"/>
                    </a:lnB>
                  </a:tcPr>
                </a:tc>
                <a:tc>
                  <a:txBody>
                    <a:bodyPr/>
                    <a:lstStyle/>
                    <a:p>
                      <a:pPr indent="0" lvl="0" marL="0" rtl="0" algn="ctr">
                        <a:spcBef>
                          <a:spcPts val="0"/>
                        </a:spcBef>
                        <a:spcAft>
                          <a:spcPts val="0"/>
                        </a:spcAft>
                        <a:buNone/>
                      </a:pPr>
                      <a:r>
                        <a:rPr b="1" lang="en" sz="1200">
                          <a:solidFill>
                            <a:srgbClr val="FF0000"/>
                          </a:solidFill>
                          <a:latin typeface="Source Sans Pro"/>
                          <a:ea typeface="Source Sans Pro"/>
                          <a:cs typeface="Source Sans Pro"/>
                          <a:sym typeface="Source Sans Pro"/>
                        </a:rPr>
                        <a:t>9.5</a:t>
                      </a:r>
                      <a:endParaRPr b="1" sz="1200">
                        <a:solidFill>
                          <a:srgbClr val="FF0000"/>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rgbClr val="00CEF6"/>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 sz="1200">
                          <a:solidFill>
                            <a:srgbClr val="FF0000"/>
                          </a:solidFill>
                          <a:latin typeface="Source Sans Pro"/>
                          <a:ea typeface="Source Sans Pro"/>
                          <a:cs typeface="Source Sans Pro"/>
                          <a:sym typeface="Source Sans Pro"/>
                        </a:rPr>
                        <a:t>11.5</a:t>
                      </a:r>
                      <a:endParaRPr b="1" sz="1200">
                        <a:solidFill>
                          <a:srgbClr val="FF0000"/>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rgbClr val="00CEF6"/>
                      </a:solidFill>
                      <a:prstDash val="solid"/>
                      <a:round/>
                      <a:headEnd len="sm" w="sm" type="none"/>
                      <a:tailEnd len="sm" w="sm" type="none"/>
                    </a:lnB>
                  </a:tcPr>
                </a:tc>
              </a:tr>
              <a:tr h="582750">
                <a:tc>
                  <a:txBody>
                    <a:bodyPr/>
                    <a:lstStyle/>
                    <a:p>
                      <a:pPr indent="0" lvl="0" marL="0" rtl="0" algn="ctr">
                        <a:spcBef>
                          <a:spcPts val="0"/>
                        </a:spcBef>
                        <a:spcAft>
                          <a:spcPts val="0"/>
                        </a:spcAft>
                        <a:buNone/>
                      </a:pPr>
                      <a:r>
                        <a:rPr b="1" lang="en" sz="1200">
                          <a:solidFill>
                            <a:srgbClr val="3C78D8"/>
                          </a:solidFill>
                          <a:latin typeface="Source Sans Pro"/>
                          <a:ea typeface="Source Sans Pro"/>
                          <a:cs typeface="Source Sans Pro"/>
                          <a:sym typeface="Source Sans Pro"/>
                        </a:rPr>
                        <a:t>FALL</a:t>
                      </a:r>
                      <a:endParaRPr b="1" sz="1200">
                        <a:solidFill>
                          <a:srgbClr val="3C78D8"/>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Source Sans Pro"/>
                          <a:ea typeface="Source Sans Pro"/>
                          <a:cs typeface="Source Sans Pro"/>
                          <a:sym typeface="Source Sans Pro"/>
                        </a:rPr>
                        <a:t>2.0</a:t>
                      </a:r>
                      <a:endParaRPr b="1" sz="1200">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rgbClr val="00CEF6"/>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Source Sans Pro"/>
                          <a:ea typeface="Source Sans Pro"/>
                          <a:cs typeface="Source Sans Pro"/>
                          <a:sym typeface="Source Sans Pro"/>
                        </a:rPr>
                        <a:t>4.0</a:t>
                      </a:r>
                      <a:endParaRPr b="1" sz="1200">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rgbClr val="00CEF6"/>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rPr b="1" lang="en" sz="1200">
                          <a:solidFill>
                            <a:srgbClr val="28324A"/>
                          </a:solidFill>
                          <a:latin typeface="Source Sans Pro"/>
                          <a:ea typeface="Source Sans Pro"/>
                          <a:cs typeface="Source Sans Pro"/>
                          <a:sym typeface="Source Sans Pro"/>
                        </a:rPr>
                        <a:t>6.0</a:t>
                      </a:r>
                      <a:endParaRPr b="1" sz="1200">
                        <a:solidFill>
                          <a:srgbClr val="28324A"/>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rgbClr val="00CEF6"/>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rPr b="1" lang="en" sz="1200">
                          <a:solidFill>
                            <a:srgbClr val="28324A"/>
                          </a:solidFill>
                          <a:latin typeface="Source Sans Pro"/>
                          <a:ea typeface="Source Sans Pro"/>
                          <a:cs typeface="Source Sans Pro"/>
                          <a:sym typeface="Source Sans Pro"/>
                        </a:rPr>
                        <a:t>8.0</a:t>
                      </a:r>
                      <a:endParaRPr b="1" sz="1200">
                        <a:solidFill>
                          <a:srgbClr val="28324A"/>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rgbClr val="00CEF6"/>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 sz="1200">
                          <a:solidFill>
                            <a:srgbClr val="FF0000"/>
                          </a:solidFill>
                          <a:latin typeface="Source Sans Pro"/>
                          <a:ea typeface="Source Sans Pro"/>
                          <a:cs typeface="Source Sans Pro"/>
                          <a:sym typeface="Source Sans Pro"/>
                        </a:rPr>
                        <a:t>10.0</a:t>
                      </a:r>
                      <a:endParaRPr b="1" sz="1200">
                        <a:solidFill>
                          <a:srgbClr val="FF0000"/>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rgbClr val="00CEF6"/>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 sz="1200">
                          <a:solidFill>
                            <a:srgbClr val="FF0000"/>
                          </a:solidFill>
                          <a:latin typeface="Source Sans Pro"/>
                          <a:ea typeface="Source Sans Pro"/>
                          <a:cs typeface="Source Sans Pro"/>
                          <a:sym typeface="Source Sans Pro"/>
                        </a:rPr>
                        <a:t>12.0</a:t>
                      </a:r>
                      <a:endParaRPr b="1" sz="1200">
                        <a:solidFill>
                          <a:srgbClr val="FF0000"/>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rgbClr val="00CEF6"/>
                      </a:solidFill>
                      <a:prstDash val="solid"/>
                      <a:round/>
                      <a:headEnd len="sm" w="sm" type="none"/>
                      <a:tailEnd len="sm" w="sm" type="none"/>
                    </a:lnT>
                    <a:lnB cap="flat" cmpd="sng" w="9525">
                      <a:solidFill>
                        <a:schemeClr val="accent2"/>
                      </a:solidFill>
                      <a:prstDash val="solid"/>
                      <a:round/>
                      <a:headEnd len="sm" w="sm" type="none"/>
                      <a:tailEnd len="sm" w="sm" type="none"/>
                    </a:lnB>
                  </a:tcPr>
                </a:tc>
              </a:tr>
              <a:tr h="582750">
                <a:tc>
                  <a:txBody>
                    <a:bodyPr/>
                    <a:lstStyle/>
                    <a:p>
                      <a:pPr indent="0" lvl="0" marL="0" rtl="0" algn="ctr">
                        <a:spcBef>
                          <a:spcPts val="0"/>
                        </a:spcBef>
                        <a:spcAft>
                          <a:spcPts val="0"/>
                        </a:spcAft>
                        <a:buNone/>
                      </a:pPr>
                      <a:r>
                        <a:rPr b="1" lang="en" sz="1200">
                          <a:solidFill>
                            <a:srgbClr val="3C78D8"/>
                          </a:solidFill>
                          <a:latin typeface="Source Sans Pro"/>
                          <a:ea typeface="Source Sans Pro"/>
                          <a:cs typeface="Source Sans Pro"/>
                          <a:sym typeface="Source Sans Pro"/>
                        </a:rPr>
                        <a:t>WINTR</a:t>
                      </a:r>
                      <a:endParaRPr b="1" sz="1200">
                        <a:solidFill>
                          <a:srgbClr val="3C78D8"/>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Source Sans Pro"/>
                          <a:ea typeface="Source Sans Pro"/>
                          <a:cs typeface="Source Sans Pro"/>
                          <a:sym typeface="Source Sans Pro"/>
                        </a:rPr>
                        <a:t>2.5</a:t>
                      </a:r>
                      <a:endParaRPr sz="1200">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Source Sans Pro"/>
                          <a:ea typeface="Source Sans Pro"/>
                          <a:cs typeface="Source Sans Pro"/>
                          <a:sym typeface="Source Sans Pro"/>
                        </a:rPr>
                        <a:t>4.5</a:t>
                      </a:r>
                      <a:endParaRPr sz="1200">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rgbClr val="28324A"/>
                          </a:solidFill>
                          <a:latin typeface="Source Sans Pro"/>
                          <a:ea typeface="Source Sans Pro"/>
                          <a:cs typeface="Source Sans Pro"/>
                          <a:sym typeface="Source Sans Pro"/>
                        </a:rPr>
                        <a:t>6.5</a:t>
                      </a:r>
                      <a:endParaRPr sz="1200">
                        <a:solidFill>
                          <a:srgbClr val="28324A"/>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rgbClr val="28324A"/>
                          </a:solidFill>
                          <a:latin typeface="Source Sans Pro"/>
                          <a:ea typeface="Source Sans Pro"/>
                          <a:cs typeface="Source Sans Pro"/>
                          <a:sym typeface="Source Sans Pro"/>
                        </a:rPr>
                        <a:t>8.5</a:t>
                      </a:r>
                      <a:endParaRPr sz="1200">
                        <a:solidFill>
                          <a:srgbClr val="28324A"/>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 sz="1200">
                          <a:solidFill>
                            <a:srgbClr val="FF0000"/>
                          </a:solidFill>
                          <a:latin typeface="Source Sans Pro"/>
                          <a:ea typeface="Source Sans Pro"/>
                          <a:cs typeface="Source Sans Pro"/>
                          <a:sym typeface="Source Sans Pro"/>
                        </a:rPr>
                        <a:t>10.5</a:t>
                      </a:r>
                      <a:endParaRPr b="1" sz="1200">
                        <a:solidFill>
                          <a:srgbClr val="FF0000"/>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 sz="1000">
                          <a:solidFill>
                            <a:srgbClr val="FF0000"/>
                          </a:solidFill>
                          <a:latin typeface="Source Sans Pro"/>
                          <a:ea typeface="Source Sans Pro"/>
                          <a:cs typeface="Source Sans Pro"/>
                          <a:sym typeface="Source Sans Pro"/>
                        </a:rPr>
                        <a:t>m</a:t>
                      </a:r>
                      <a:r>
                        <a:rPr b="1" lang="en" sz="1000">
                          <a:solidFill>
                            <a:srgbClr val="FF0000"/>
                          </a:solidFill>
                          <a:latin typeface="Source Sans Pro"/>
                          <a:ea typeface="Source Sans Pro"/>
                          <a:cs typeface="Source Sans Pro"/>
                          <a:sym typeface="Source Sans Pro"/>
                        </a:rPr>
                        <a:t>aximum</a:t>
                      </a:r>
                      <a:endParaRPr b="1" sz="1000">
                        <a:solidFill>
                          <a:srgbClr val="FF0000"/>
                        </a:solidFill>
                        <a:latin typeface="Source Sans Pro"/>
                        <a:ea typeface="Source Sans Pro"/>
                        <a:cs typeface="Source Sans Pro"/>
                        <a:sym typeface="Source Sans Pro"/>
                      </a:endParaRPr>
                    </a:p>
                    <a:p>
                      <a:pPr indent="0" lvl="0" marL="0" marR="0" rtl="0" algn="ctr">
                        <a:lnSpc>
                          <a:spcPct val="100000"/>
                        </a:lnSpc>
                        <a:spcBef>
                          <a:spcPts val="0"/>
                        </a:spcBef>
                        <a:spcAft>
                          <a:spcPts val="0"/>
                        </a:spcAft>
                        <a:buNone/>
                      </a:pPr>
                      <a:r>
                        <a:rPr b="1" lang="en" sz="1200">
                          <a:solidFill>
                            <a:srgbClr val="FF0000"/>
                          </a:solidFill>
                          <a:latin typeface="Source Sans Pro"/>
                          <a:ea typeface="Source Sans Pro"/>
                          <a:cs typeface="Source Sans Pro"/>
                          <a:sym typeface="Source Sans Pro"/>
                        </a:rPr>
                        <a:t>12.5</a:t>
                      </a:r>
                      <a:endParaRPr b="1" sz="1200">
                        <a:solidFill>
                          <a:srgbClr val="FF0000"/>
                        </a:solidFill>
                        <a:latin typeface="Source Sans Pro"/>
                        <a:ea typeface="Source Sans Pro"/>
                        <a:cs typeface="Source Sans Pro"/>
                        <a:sym typeface="Source Sans Pro"/>
                      </a:endParaRPr>
                    </a:p>
                  </a:txBody>
                  <a:tcPr marT="68575" marB="68575" marR="91425" marL="91425" anchor="ctr">
                    <a:lnL cap="flat" cmpd="sng" w="9525">
                      <a:solidFill>
                        <a:schemeClr val="accent2"/>
                      </a:solidFill>
                      <a:prstDash val="solid"/>
                      <a:round/>
                      <a:headEnd len="sm" w="sm" type="none"/>
                      <a:tailEnd len="sm" w="sm" type="none"/>
                    </a:lnL>
                    <a:lnR cap="flat" cmpd="sng" w="9525">
                      <a:solidFill>
                        <a:schemeClr val="accent2"/>
                      </a:solidFill>
                      <a:prstDash val="solid"/>
                      <a:round/>
                      <a:headEnd len="sm" w="sm" type="none"/>
                      <a:tailEnd len="sm" w="sm" type="none"/>
                    </a:lnR>
                    <a:lnT cap="flat" cmpd="sng" w="9525">
                      <a:solidFill>
                        <a:schemeClr val="accent2"/>
                      </a:solidFill>
                      <a:prstDash val="solid"/>
                      <a:round/>
                      <a:headEnd len="sm" w="sm" type="none"/>
                      <a:tailEnd len="sm" w="sm" type="none"/>
                    </a:lnT>
                    <a:lnB cap="flat" cmpd="sng" w="9525">
                      <a:solidFill>
                        <a:schemeClr val="accent2"/>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20"/>
          <p:cNvSpPr txBox="1"/>
          <p:nvPr>
            <p:ph type="ctrTitle"/>
          </p:nvPr>
        </p:nvSpPr>
        <p:spPr>
          <a:xfrm>
            <a:off x="2309350" y="3031150"/>
            <a:ext cx="5214600" cy="11598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DEGREE REQUIREMENT</a:t>
            </a:r>
            <a:endParaRPr/>
          </a:p>
        </p:txBody>
      </p:sp>
      <p:sp>
        <p:nvSpPr>
          <p:cNvPr id="514" name="Google Shape;514;p20"/>
          <p:cNvSpPr txBox="1"/>
          <p:nvPr>
            <p:ph idx="1" type="subTitle"/>
          </p:nvPr>
        </p:nvSpPr>
        <p:spPr>
          <a:xfrm>
            <a:off x="208753" y="3997575"/>
            <a:ext cx="7315200" cy="7848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GENERAL EDUCATION, PROGRAM REQUIREMENTS AND</a:t>
            </a:r>
            <a:endParaRPr/>
          </a:p>
          <a:p>
            <a:pPr indent="0" lvl="0" marL="0" rtl="0" algn="r">
              <a:spcBef>
                <a:spcPts val="0"/>
              </a:spcBef>
              <a:spcAft>
                <a:spcPts val="0"/>
              </a:spcAft>
              <a:buNone/>
            </a:pPr>
            <a:r>
              <a:rPr lang="en"/>
              <a:t> FREE ELECTIVES</a:t>
            </a:r>
            <a:endParaRPr/>
          </a:p>
        </p:txBody>
      </p:sp>
      <p:sp>
        <p:nvSpPr>
          <p:cNvPr id="515" name="Google Shape;515;p20"/>
          <p:cNvSpPr txBox="1"/>
          <p:nvPr/>
        </p:nvSpPr>
        <p:spPr>
          <a:xfrm>
            <a:off x="7416725" y="3661925"/>
            <a:ext cx="1760400" cy="12048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12000">
                <a:solidFill>
                  <a:schemeClr val="accent2"/>
                </a:solidFill>
                <a:latin typeface="Oswald"/>
                <a:ea typeface="Oswald"/>
                <a:cs typeface="Oswald"/>
                <a:sym typeface="Oswald"/>
              </a:rPr>
              <a:t>2</a:t>
            </a:r>
            <a:endParaRPr sz="12000">
              <a:solidFill>
                <a:schemeClr val="accent2"/>
              </a:solidFill>
            </a:endParaRPr>
          </a:p>
        </p:txBody>
      </p:sp>
      <p:sp>
        <p:nvSpPr>
          <p:cNvPr id="516" name="Google Shape;516;p20"/>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21"/>
          <p:cNvSpPr txBox="1"/>
          <p:nvPr>
            <p:ph type="title"/>
          </p:nvPr>
        </p:nvSpPr>
        <p:spPr>
          <a:xfrm>
            <a:off x="914400" y="514350"/>
            <a:ext cx="7315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rPr>
              <a:t>Degree Requirements Outline</a:t>
            </a:r>
            <a:endParaRPr>
              <a:solidFill>
                <a:schemeClr val="accent2"/>
              </a:solidFill>
            </a:endParaRPr>
          </a:p>
        </p:txBody>
      </p:sp>
      <p:sp>
        <p:nvSpPr>
          <p:cNvPr id="522" name="Google Shape;522;p21"/>
          <p:cNvSpPr txBox="1"/>
          <p:nvPr>
            <p:ph idx="1" type="body"/>
          </p:nvPr>
        </p:nvSpPr>
        <p:spPr>
          <a:xfrm>
            <a:off x="455250" y="971560"/>
            <a:ext cx="8233500" cy="3612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400"/>
              <a:t>You</a:t>
            </a:r>
            <a:r>
              <a:rPr lang="en" sz="1400"/>
              <a:t> must </a:t>
            </a:r>
            <a:r>
              <a:rPr lang="en" sz="1400"/>
              <a:t>fulfill</a:t>
            </a:r>
            <a:r>
              <a:rPr lang="en" sz="1400"/>
              <a:t> the following requirements to graduate:</a:t>
            </a:r>
            <a:endParaRPr sz="1400"/>
          </a:p>
          <a:p>
            <a:pPr indent="-317500" lvl="0" marL="457200" rtl="0" algn="l">
              <a:spcBef>
                <a:spcPts val="600"/>
              </a:spcBef>
              <a:spcAft>
                <a:spcPts val="0"/>
              </a:spcAft>
              <a:buSzPts val="1400"/>
              <a:buChar char="●"/>
            </a:pPr>
            <a:r>
              <a:rPr lang="en" sz="1400"/>
              <a:t>A minimum of 124 credits,</a:t>
            </a:r>
            <a:endParaRPr sz="1400"/>
          </a:p>
          <a:p>
            <a:pPr indent="-317500" lvl="0" marL="457200" rtl="0" algn="l">
              <a:spcBef>
                <a:spcPts val="0"/>
              </a:spcBef>
              <a:spcAft>
                <a:spcPts val="0"/>
              </a:spcAft>
              <a:buSzPts val="1400"/>
              <a:buChar char="●"/>
            </a:pPr>
            <a:r>
              <a:rPr lang="en" sz="1400"/>
              <a:t>A minimum of 2.00 CGPA,</a:t>
            </a:r>
            <a:endParaRPr sz="1400"/>
          </a:p>
          <a:p>
            <a:pPr indent="-317500" lvl="0" marL="457200" rtl="0" algn="l">
              <a:spcBef>
                <a:spcPts val="0"/>
              </a:spcBef>
              <a:spcAft>
                <a:spcPts val="0"/>
              </a:spcAft>
              <a:buSzPts val="1400"/>
              <a:buChar char="●"/>
            </a:pPr>
            <a:r>
              <a:rPr lang="en" sz="1400"/>
              <a:t>A minimum of 12 courses of upper division (300/400),</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rPr lang="en" sz="1400"/>
              <a:t>You must take the following courses:</a:t>
            </a:r>
            <a:endParaRPr sz="1400"/>
          </a:p>
          <a:p>
            <a:pPr indent="-317500" lvl="0" marL="457200" rtl="0" algn="l">
              <a:spcBef>
                <a:spcPts val="600"/>
              </a:spcBef>
              <a:spcAft>
                <a:spcPts val="0"/>
              </a:spcAft>
              <a:buSzPts val="1400"/>
              <a:buChar char="●"/>
            </a:pPr>
            <a:r>
              <a:rPr lang="en" sz="1400"/>
              <a:t>15 courses of General Education,</a:t>
            </a:r>
            <a:endParaRPr sz="1400"/>
          </a:p>
          <a:p>
            <a:pPr indent="-317500" lvl="0" marL="457200" rtl="0" algn="l">
              <a:spcBef>
                <a:spcPts val="0"/>
              </a:spcBef>
              <a:spcAft>
                <a:spcPts val="0"/>
              </a:spcAft>
              <a:buSzPts val="1400"/>
              <a:buChar char="●"/>
            </a:pPr>
            <a:r>
              <a:rPr lang="en" sz="1400"/>
              <a:t>Core and Elective courses of their major of choice,</a:t>
            </a:r>
            <a:endParaRPr sz="1400"/>
          </a:p>
          <a:p>
            <a:pPr indent="-317500" lvl="0" marL="457200" rtl="0" algn="l">
              <a:spcBef>
                <a:spcPts val="0"/>
              </a:spcBef>
              <a:spcAft>
                <a:spcPts val="0"/>
              </a:spcAft>
              <a:buSzPts val="1400"/>
              <a:buChar char="●"/>
            </a:pPr>
            <a:r>
              <a:rPr i="1" lang="en" sz="1400"/>
              <a:t>Optional:</a:t>
            </a:r>
            <a:r>
              <a:rPr lang="en" sz="1400"/>
              <a:t> Core and Elective courses of any additional major, minor or/and specialization,</a:t>
            </a:r>
            <a:endParaRPr sz="1400"/>
          </a:p>
          <a:p>
            <a:pPr indent="-317500" lvl="0" marL="457200" rtl="0" algn="l">
              <a:spcBef>
                <a:spcPts val="0"/>
              </a:spcBef>
              <a:spcAft>
                <a:spcPts val="0"/>
              </a:spcAft>
              <a:buSzPts val="1400"/>
              <a:buChar char="●"/>
            </a:pPr>
            <a:r>
              <a:rPr i="1" lang="en" sz="1400"/>
              <a:t>Optional:</a:t>
            </a:r>
            <a:r>
              <a:rPr lang="en" sz="1400"/>
              <a:t> Free Electives to meet graduation requirements.</a:t>
            </a:r>
            <a:endParaRPr sz="1400"/>
          </a:p>
          <a:p>
            <a:pPr indent="0" lvl="0" marL="0" rtl="0" algn="l">
              <a:spcBef>
                <a:spcPts val="600"/>
              </a:spcBef>
              <a:spcAft>
                <a:spcPts val="0"/>
              </a:spcAft>
              <a:buNone/>
            </a:pPr>
            <a:r>
              <a:t/>
            </a:r>
            <a:endParaRPr sz="1400"/>
          </a:p>
        </p:txBody>
      </p:sp>
      <p:sp>
        <p:nvSpPr>
          <p:cNvPr id="523" name="Google Shape;523;p21"/>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22"/>
          <p:cNvSpPr txBox="1"/>
          <p:nvPr>
            <p:ph type="title"/>
          </p:nvPr>
        </p:nvSpPr>
        <p:spPr>
          <a:xfrm>
            <a:off x="914400" y="514350"/>
            <a:ext cx="7315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rPr>
              <a:t>GENERAL EDUCATION COURSES</a:t>
            </a:r>
            <a:endParaRPr>
              <a:solidFill>
                <a:schemeClr val="accent2"/>
              </a:solidFill>
            </a:endParaRPr>
          </a:p>
        </p:txBody>
      </p:sp>
      <p:sp>
        <p:nvSpPr>
          <p:cNvPr id="529" name="Google Shape;529;p22"/>
          <p:cNvSpPr txBox="1"/>
          <p:nvPr>
            <p:ph idx="1" type="body"/>
          </p:nvPr>
        </p:nvSpPr>
        <p:spPr>
          <a:xfrm>
            <a:off x="455250" y="971560"/>
            <a:ext cx="8233500" cy="3612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400"/>
              <a:t>General Education Courses: </a:t>
            </a:r>
            <a:endParaRPr sz="1400"/>
          </a:p>
          <a:p>
            <a:pPr indent="-317500" lvl="0" marL="457200" rtl="0" algn="l">
              <a:lnSpc>
                <a:spcPct val="115000"/>
              </a:lnSpc>
              <a:spcBef>
                <a:spcPts val="600"/>
              </a:spcBef>
              <a:spcAft>
                <a:spcPts val="0"/>
              </a:spcAft>
              <a:buSzPts val="1400"/>
              <a:buChar char="●"/>
            </a:pPr>
            <a:r>
              <a:rPr lang="en" sz="1400"/>
              <a:t>UNIV 100, WRCM 101, WRCM 102, PKST 101, ISLM 101, CSCS 100, URDU 101, MATH 100.</a:t>
            </a:r>
            <a:endParaRPr sz="1400"/>
          </a:p>
          <a:p>
            <a:pPr indent="0" lvl="0" marL="0" rtl="0" algn="l">
              <a:lnSpc>
                <a:spcPct val="115000"/>
              </a:lnSpc>
              <a:spcBef>
                <a:spcPts val="600"/>
              </a:spcBef>
              <a:spcAft>
                <a:spcPts val="0"/>
              </a:spcAft>
              <a:buNone/>
            </a:pPr>
            <a:r>
              <a:t/>
            </a:r>
            <a:endParaRPr sz="1400"/>
          </a:p>
          <a:p>
            <a:pPr indent="-317500" lvl="0" marL="457200" rtl="0" algn="l">
              <a:lnSpc>
                <a:spcPct val="115000"/>
              </a:lnSpc>
              <a:spcBef>
                <a:spcPts val="600"/>
              </a:spcBef>
              <a:spcAft>
                <a:spcPts val="0"/>
              </a:spcAft>
              <a:buSzPts val="1400"/>
              <a:buChar char="●"/>
            </a:pPr>
            <a:r>
              <a:rPr lang="en" sz="1400"/>
              <a:t>2 science lab courses (BIOL, BIOT, CHEM, ENVR, PHYS)</a:t>
            </a:r>
            <a:endParaRPr sz="1400"/>
          </a:p>
          <a:p>
            <a:pPr indent="0" lvl="0" marL="0" rtl="0" algn="l">
              <a:lnSpc>
                <a:spcPct val="115000"/>
              </a:lnSpc>
              <a:spcBef>
                <a:spcPts val="600"/>
              </a:spcBef>
              <a:spcAft>
                <a:spcPts val="0"/>
              </a:spcAft>
              <a:buNone/>
            </a:pPr>
            <a:r>
              <a:t/>
            </a:r>
            <a:endParaRPr sz="1400"/>
          </a:p>
          <a:p>
            <a:pPr indent="-317500" lvl="0" marL="457200" rtl="0" algn="l">
              <a:lnSpc>
                <a:spcPct val="115000"/>
              </a:lnSpc>
              <a:spcBef>
                <a:spcPts val="600"/>
              </a:spcBef>
              <a:spcAft>
                <a:spcPts val="0"/>
              </a:spcAft>
              <a:buSzPts val="1400"/>
              <a:buChar char="●"/>
            </a:pPr>
            <a:r>
              <a:rPr lang="en" sz="1400"/>
              <a:t>2 social science courses (BUSN, CRIM, ECON, EDUC, GEOG PLSC, PSYC, SOCL)</a:t>
            </a:r>
            <a:endParaRPr sz="1400"/>
          </a:p>
          <a:p>
            <a:pPr indent="0" lvl="0" marL="0" rtl="0" algn="l">
              <a:lnSpc>
                <a:spcPct val="115000"/>
              </a:lnSpc>
              <a:spcBef>
                <a:spcPts val="600"/>
              </a:spcBef>
              <a:spcAft>
                <a:spcPts val="0"/>
              </a:spcAft>
              <a:buNone/>
            </a:pPr>
            <a:r>
              <a:t/>
            </a:r>
            <a:endParaRPr sz="1400"/>
          </a:p>
          <a:p>
            <a:pPr indent="-317500" lvl="0" marL="457200" rtl="0" algn="l">
              <a:lnSpc>
                <a:spcPct val="115000"/>
              </a:lnSpc>
              <a:spcBef>
                <a:spcPts val="600"/>
              </a:spcBef>
              <a:spcAft>
                <a:spcPts val="0"/>
              </a:spcAft>
              <a:buSzPts val="1400"/>
              <a:buChar char="●"/>
            </a:pPr>
            <a:r>
              <a:rPr lang="en" sz="1400"/>
              <a:t>2 humanities courses (HIST, MCOM, PHIL, LING, ENGL, URDU, FREN, GRMN, KORN, CHIN, ISLM, CRST)</a:t>
            </a:r>
            <a:endParaRPr sz="1400"/>
          </a:p>
          <a:p>
            <a:pPr indent="0" lvl="0" marL="0" rtl="0" algn="l">
              <a:lnSpc>
                <a:spcPct val="115000"/>
              </a:lnSpc>
              <a:spcBef>
                <a:spcPts val="600"/>
              </a:spcBef>
              <a:spcAft>
                <a:spcPts val="0"/>
              </a:spcAft>
              <a:buNone/>
            </a:pPr>
            <a:r>
              <a:t/>
            </a:r>
            <a:endParaRPr sz="1400"/>
          </a:p>
          <a:p>
            <a:pPr indent="-317500" lvl="0" marL="457200" rtl="0" algn="l">
              <a:lnSpc>
                <a:spcPct val="115000"/>
              </a:lnSpc>
              <a:spcBef>
                <a:spcPts val="600"/>
              </a:spcBef>
              <a:spcAft>
                <a:spcPts val="0"/>
              </a:spcAft>
              <a:buSzPts val="1400"/>
              <a:buChar char="●"/>
            </a:pPr>
            <a:r>
              <a:rPr lang="en" sz="1400"/>
              <a:t>1 course from any discipline.</a:t>
            </a:r>
            <a:endParaRPr sz="1400"/>
          </a:p>
          <a:p>
            <a:pPr indent="0" lvl="0" marL="0" rtl="0" algn="l">
              <a:spcBef>
                <a:spcPts val="600"/>
              </a:spcBef>
              <a:spcAft>
                <a:spcPts val="0"/>
              </a:spcAft>
              <a:buNone/>
            </a:pPr>
            <a:r>
              <a:t/>
            </a:r>
            <a:endParaRPr sz="1400"/>
          </a:p>
        </p:txBody>
      </p:sp>
      <p:sp>
        <p:nvSpPr>
          <p:cNvPr id="530" name="Google Shape;530;p22"/>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23"/>
          <p:cNvSpPr txBox="1"/>
          <p:nvPr>
            <p:ph type="title"/>
          </p:nvPr>
        </p:nvSpPr>
        <p:spPr>
          <a:xfrm>
            <a:off x="914400" y="514350"/>
            <a:ext cx="7315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rPr>
              <a:t>GENERAL EDUCATION INFORMATION</a:t>
            </a:r>
            <a:endParaRPr>
              <a:solidFill>
                <a:schemeClr val="accent2"/>
              </a:solidFill>
            </a:endParaRPr>
          </a:p>
        </p:txBody>
      </p:sp>
      <p:sp>
        <p:nvSpPr>
          <p:cNvPr id="536" name="Google Shape;536;p23"/>
          <p:cNvSpPr txBox="1"/>
          <p:nvPr>
            <p:ph idx="1" type="body"/>
          </p:nvPr>
        </p:nvSpPr>
        <p:spPr>
          <a:xfrm>
            <a:off x="455250" y="971560"/>
            <a:ext cx="8233500" cy="3612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400"/>
              <a:t>Your major/minor/specialization may cover some requirement(s) of general education, e.g. Chemistry students only need to study 1 lab, English students only need to study 1 humanity course</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rPr lang="en" sz="1400"/>
              <a:t>If your Mathematics FEAT score is:</a:t>
            </a:r>
            <a:endParaRPr sz="1400"/>
          </a:p>
          <a:p>
            <a:pPr indent="-317500" lvl="0" marL="457200" rtl="0" algn="l">
              <a:spcBef>
                <a:spcPts val="600"/>
              </a:spcBef>
              <a:spcAft>
                <a:spcPts val="0"/>
              </a:spcAft>
              <a:buSzPts val="1400"/>
              <a:buChar char="◉"/>
            </a:pPr>
            <a:r>
              <a:rPr i="1" lang="en" sz="1400"/>
              <a:t>High</a:t>
            </a:r>
            <a:r>
              <a:rPr lang="en" sz="1400"/>
              <a:t>: you will have to study MATH 101 or a higher level course,</a:t>
            </a:r>
            <a:endParaRPr sz="1400"/>
          </a:p>
          <a:p>
            <a:pPr indent="-317500" lvl="0" marL="457200" rtl="0" algn="l">
              <a:spcBef>
                <a:spcPts val="0"/>
              </a:spcBef>
              <a:spcAft>
                <a:spcPts val="0"/>
              </a:spcAft>
              <a:buSzPts val="1400"/>
              <a:buChar char="◉"/>
            </a:pPr>
            <a:r>
              <a:rPr i="1" lang="en" sz="1400"/>
              <a:t>Low</a:t>
            </a:r>
            <a:r>
              <a:rPr lang="en" sz="1400"/>
              <a:t>: you will have to study MATH 100,</a:t>
            </a:r>
            <a:endParaRPr sz="1400"/>
          </a:p>
          <a:p>
            <a:pPr indent="-317500" lvl="0" marL="457200" rtl="0" algn="l">
              <a:spcBef>
                <a:spcPts val="0"/>
              </a:spcBef>
              <a:spcAft>
                <a:spcPts val="0"/>
              </a:spcAft>
              <a:buSzPts val="1400"/>
              <a:buChar char="◉"/>
            </a:pPr>
            <a:r>
              <a:rPr i="1" lang="en" sz="1400"/>
              <a:t>Very low</a:t>
            </a:r>
            <a:r>
              <a:rPr lang="en" sz="1400"/>
              <a:t>: you will have to study MATH 095 (0 credits) and MATH 100.</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rPr lang="en" sz="1400"/>
              <a:t>If your English FEAT score is very low, you will have to study IEAP courses (0 credit).</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rPr lang="en" sz="1400"/>
              <a:t>If your CGPA &gt; 3, you can enroll for COMP 102 (Programming I) instead of CSCS 100 for general education.</a:t>
            </a:r>
            <a:endParaRPr sz="1400"/>
          </a:p>
          <a:p>
            <a:pPr indent="0" lvl="0" marL="0" rtl="0" algn="l">
              <a:spcBef>
                <a:spcPts val="600"/>
              </a:spcBef>
              <a:spcAft>
                <a:spcPts val="0"/>
              </a:spcAft>
              <a:buNone/>
            </a:pPr>
            <a:r>
              <a:rPr lang="en" sz="1400"/>
              <a:t>If you studied Urdu B at O levels, you can study some other humanity course instead of URDU 101.</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t/>
            </a:r>
            <a:endParaRPr sz="1400"/>
          </a:p>
        </p:txBody>
      </p:sp>
      <p:sp>
        <p:nvSpPr>
          <p:cNvPr id="537" name="Google Shape;537;p23"/>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24"/>
          <p:cNvSpPr txBox="1"/>
          <p:nvPr>
            <p:ph type="title"/>
          </p:nvPr>
        </p:nvSpPr>
        <p:spPr>
          <a:xfrm>
            <a:off x="914400" y="514350"/>
            <a:ext cx="7315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rPr>
              <a:t>CORE, ELECTIVE AND FREE ELECTIVE COURSES</a:t>
            </a:r>
            <a:endParaRPr/>
          </a:p>
        </p:txBody>
      </p:sp>
      <p:sp>
        <p:nvSpPr>
          <p:cNvPr id="543" name="Google Shape;543;p24"/>
          <p:cNvSpPr txBox="1"/>
          <p:nvPr>
            <p:ph idx="1" type="body"/>
          </p:nvPr>
        </p:nvSpPr>
        <p:spPr>
          <a:xfrm>
            <a:off x="737925" y="1220400"/>
            <a:ext cx="2471700" cy="270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Oswald"/>
                <a:ea typeface="Oswald"/>
                <a:cs typeface="Oswald"/>
                <a:sym typeface="Oswald"/>
              </a:rPr>
              <a:t>CORE COURSES</a:t>
            </a:r>
            <a:endParaRPr b="1">
              <a:solidFill>
                <a:schemeClr val="accent1"/>
              </a:solidFill>
              <a:latin typeface="Oswald"/>
              <a:ea typeface="Oswald"/>
              <a:cs typeface="Oswald"/>
              <a:sym typeface="Oswald"/>
            </a:endParaRPr>
          </a:p>
          <a:p>
            <a:pPr indent="0" lvl="0" marL="0" rtl="0" algn="l">
              <a:spcBef>
                <a:spcPts val="600"/>
              </a:spcBef>
              <a:spcAft>
                <a:spcPts val="0"/>
              </a:spcAft>
              <a:buNone/>
            </a:pPr>
            <a:r>
              <a:t/>
            </a:r>
            <a:endParaRPr sz="1400"/>
          </a:p>
          <a:p>
            <a:pPr indent="0" lvl="0" marL="0" rtl="0" algn="ctr">
              <a:spcBef>
                <a:spcPts val="600"/>
              </a:spcBef>
              <a:spcAft>
                <a:spcPts val="0"/>
              </a:spcAft>
              <a:buNone/>
            </a:pPr>
            <a:r>
              <a:rPr lang="en" sz="1400"/>
              <a:t>Compulsory courses you must study.</a:t>
            </a:r>
            <a:endParaRPr sz="1400"/>
          </a:p>
          <a:p>
            <a:pPr indent="0" lvl="0" marL="0" rtl="0" algn="l">
              <a:spcBef>
                <a:spcPts val="600"/>
              </a:spcBef>
              <a:spcAft>
                <a:spcPts val="0"/>
              </a:spcAft>
              <a:buNone/>
            </a:pPr>
            <a:r>
              <a:t/>
            </a:r>
            <a:endParaRPr sz="1400"/>
          </a:p>
        </p:txBody>
      </p:sp>
      <p:sp>
        <p:nvSpPr>
          <p:cNvPr id="544" name="Google Shape;544;p24"/>
          <p:cNvSpPr txBox="1"/>
          <p:nvPr>
            <p:ph idx="2" type="body"/>
          </p:nvPr>
        </p:nvSpPr>
        <p:spPr>
          <a:xfrm>
            <a:off x="3336150" y="1220400"/>
            <a:ext cx="2471700" cy="270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Oswald"/>
                <a:ea typeface="Oswald"/>
                <a:cs typeface="Oswald"/>
                <a:sym typeface="Oswald"/>
              </a:rPr>
              <a:t>ELECTIVE</a:t>
            </a:r>
            <a:r>
              <a:rPr b="1" lang="en">
                <a:solidFill>
                  <a:schemeClr val="accent1"/>
                </a:solidFill>
                <a:latin typeface="Oswald"/>
                <a:ea typeface="Oswald"/>
                <a:cs typeface="Oswald"/>
                <a:sym typeface="Oswald"/>
              </a:rPr>
              <a:t> COURSES</a:t>
            </a:r>
            <a:endParaRPr b="1"/>
          </a:p>
          <a:p>
            <a:pPr indent="0" lvl="0" marL="0" rtl="0" algn="l">
              <a:spcBef>
                <a:spcPts val="600"/>
              </a:spcBef>
              <a:spcAft>
                <a:spcPts val="0"/>
              </a:spcAft>
              <a:buNone/>
            </a:pPr>
            <a:r>
              <a:t/>
            </a:r>
            <a:endParaRPr sz="1400"/>
          </a:p>
          <a:p>
            <a:pPr indent="0" lvl="0" marL="0" rtl="0" algn="ctr">
              <a:spcBef>
                <a:spcPts val="600"/>
              </a:spcBef>
              <a:spcAft>
                <a:spcPts val="0"/>
              </a:spcAft>
              <a:buNone/>
            </a:pPr>
            <a:r>
              <a:rPr lang="en" sz="1400"/>
              <a:t>You must study a set number of courses from a list of courses. Consult the course catalog to get a list of elective courses.</a:t>
            </a:r>
            <a:endParaRPr/>
          </a:p>
        </p:txBody>
      </p:sp>
      <p:sp>
        <p:nvSpPr>
          <p:cNvPr id="545" name="Google Shape;545;p24"/>
          <p:cNvSpPr txBox="1"/>
          <p:nvPr>
            <p:ph idx="3" type="body"/>
          </p:nvPr>
        </p:nvSpPr>
        <p:spPr>
          <a:xfrm>
            <a:off x="5934375" y="1220400"/>
            <a:ext cx="2471700" cy="270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accent1"/>
                </a:solidFill>
                <a:latin typeface="Oswald"/>
                <a:ea typeface="Oswald"/>
                <a:cs typeface="Oswald"/>
                <a:sym typeface="Oswald"/>
              </a:rPr>
              <a:t>FREE ELECTIVE </a:t>
            </a:r>
            <a:r>
              <a:rPr b="1" lang="en">
                <a:solidFill>
                  <a:schemeClr val="accent1"/>
                </a:solidFill>
                <a:latin typeface="Oswald"/>
                <a:ea typeface="Oswald"/>
                <a:cs typeface="Oswald"/>
                <a:sym typeface="Oswald"/>
              </a:rPr>
              <a:t>COURSES</a:t>
            </a:r>
            <a:endParaRPr b="1"/>
          </a:p>
          <a:p>
            <a:pPr indent="0" lvl="0" marL="0" rtl="0" algn="l">
              <a:spcBef>
                <a:spcPts val="600"/>
              </a:spcBef>
              <a:spcAft>
                <a:spcPts val="0"/>
              </a:spcAft>
              <a:buNone/>
            </a:pPr>
            <a:r>
              <a:t/>
            </a:r>
            <a:endParaRPr sz="1400"/>
          </a:p>
          <a:p>
            <a:pPr indent="0" lvl="0" marL="0" rtl="0" algn="ctr">
              <a:spcBef>
                <a:spcPts val="600"/>
              </a:spcBef>
              <a:spcAft>
                <a:spcPts val="0"/>
              </a:spcAft>
              <a:buNone/>
            </a:pPr>
            <a:r>
              <a:rPr lang="en" sz="1400"/>
              <a:t>These courses do not count toward any requirement, only credits.</a:t>
            </a:r>
            <a:endParaRPr/>
          </a:p>
        </p:txBody>
      </p:sp>
      <p:sp>
        <p:nvSpPr>
          <p:cNvPr id="546" name="Google Shape;546;p24"/>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25"/>
          <p:cNvSpPr txBox="1"/>
          <p:nvPr>
            <p:ph type="ctrTitle"/>
          </p:nvPr>
        </p:nvSpPr>
        <p:spPr>
          <a:xfrm>
            <a:off x="2309350" y="3031150"/>
            <a:ext cx="5214600" cy="11598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FEES STRUCTURE</a:t>
            </a:r>
            <a:endParaRPr/>
          </a:p>
        </p:txBody>
      </p:sp>
      <p:sp>
        <p:nvSpPr>
          <p:cNvPr id="552" name="Google Shape;552;p25"/>
          <p:cNvSpPr txBox="1"/>
          <p:nvPr>
            <p:ph idx="1" type="subTitle"/>
          </p:nvPr>
        </p:nvSpPr>
        <p:spPr>
          <a:xfrm>
            <a:off x="208753" y="3997575"/>
            <a:ext cx="7315200" cy="7848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TUITION FEES, REFUND POLICIES AND </a:t>
            </a:r>
            <a:endParaRPr/>
          </a:p>
          <a:p>
            <a:pPr indent="0" lvl="0" marL="0" rtl="0" algn="r">
              <a:spcBef>
                <a:spcPts val="0"/>
              </a:spcBef>
              <a:spcAft>
                <a:spcPts val="0"/>
              </a:spcAft>
              <a:buNone/>
            </a:pPr>
            <a:r>
              <a:rPr lang="en"/>
              <a:t>SCHOLARSHIPS AND FINANCIAL AIDS</a:t>
            </a:r>
            <a:endParaRPr/>
          </a:p>
        </p:txBody>
      </p:sp>
      <p:sp>
        <p:nvSpPr>
          <p:cNvPr id="553" name="Google Shape;553;p25"/>
          <p:cNvSpPr txBox="1"/>
          <p:nvPr/>
        </p:nvSpPr>
        <p:spPr>
          <a:xfrm>
            <a:off x="7416725" y="3661925"/>
            <a:ext cx="1760400" cy="12048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12000">
                <a:solidFill>
                  <a:schemeClr val="accent2"/>
                </a:solidFill>
                <a:latin typeface="Oswald"/>
                <a:ea typeface="Oswald"/>
                <a:cs typeface="Oswald"/>
                <a:sym typeface="Oswald"/>
              </a:rPr>
              <a:t>3</a:t>
            </a:r>
            <a:endParaRPr sz="12000">
              <a:solidFill>
                <a:schemeClr val="accent2"/>
              </a:solidFill>
            </a:endParaRPr>
          </a:p>
        </p:txBody>
      </p:sp>
      <p:sp>
        <p:nvSpPr>
          <p:cNvPr id="554" name="Google Shape;554;p25"/>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26"/>
          <p:cNvSpPr txBox="1"/>
          <p:nvPr>
            <p:ph type="title"/>
          </p:nvPr>
        </p:nvSpPr>
        <p:spPr>
          <a:xfrm>
            <a:off x="914400" y="514350"/>
            <a:ext cx="7315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rPr>
              <a:t>TUITION</a:t>
            </a:r>
            <a:r>
              <a:rPr lang="en">
                <a:solidFill>
                  <a:schemeClr val="accent2"/>
                </a:solidFill>
              </a:rPr>
              <a:t> FEES</a:t>
            </a:r>
            <a:endParaRPr>
              <a:solidFill>
                <a:schemeClr val="accent2"/>
              </a:solidFill>
            </a:endParaRPr>
          </a:p>
        </p:txBody>
      </p:sp>
      <p:sp>
        <p:nvSpPr>
          <p:cNvPr id="560" name="Google Shape;560;p26"/>
          <p:cNvSpPr txBox="1"/>
          <p:nvPr>
            <p:ph idx="1" type="body"/>
          </p:nvPr>
        </p:nvSpPr>
        <p:spPr>
          <a:xfrm>
            <a:off x="455250" y="971560"/>
            <a:ext cx="8233500" cy="3612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400"/>
              <a:t>Full time students (12-18 credits) are charged the full semester fees. However, the part time students (less than 12 credits) and overload students (more than 18 credits) are charged per credit. </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rPr lang="en" sz="1400"/>
              <a:t>To determine you fee per credit, divide your regular fees by 15.</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rPr lang="en" sz="1400"/>
              <a:t>A Science charge per course is applied for every 200-level or higher science course taken by students who are not from the PharmD or Biotechnology programs.</a:t>
            </a:r>
            <a:endParaRPr sz="1400"/>
          </a:p>
        </p:txBody>
      </p:sp>
      <p:sp>
        <p:nvSpPr>
          <p:cNvPr id="561" name="Google Shape;561;p26"/>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27"/>
          <p:cNvSpPr txBox="1"/>
          <p:nvPr>
            <p:ph type="title"/>
          </p:nvPr>
        </p:nvSpPr>
        <p:spPr>
          <a:xfrm>
            <a:off x="914400" y="514350"/>
            <a:ext cx="7315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rPr>
              <a:t>REFUND POLICY</a:t>
            </a:r>
            <a:endParaRPr>
              <a:solidFill>
                <a:schemeClr val="accent2"/>
              </a:solidFill>
            </a:endParaRPr>
          </a:p>
        </p:txBody>
      </p:sp>
      <p:sp>
        <p:nvSpPr>
          <p:cNvPr id="567" name="Google Shape;567;p27"/>
          <p:cNvSpPr txBox="1"/>
          <p:nvPr>
            <p:ph idx="1" type="body"/>
          </p:nvPr>
        </p:nvSpPr>
        <p:spPr>
          <a:xfrm>
            <a:off x="455250" y="971550"/>
            <a:ext cx="8233500" cy="3612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400"/>
              <a:t>Tuition and other fees once paid are not refundable except in very unusual circumstances. </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rPr lang="en" sz="1400"/>
              <a:t>No refund will be given for those who drop to part-time status.</a:t>
            </a:r>
            <a:endParaRPr sz="1400"/>
          </a:p>
          <a:p>
            <a:pPr indent="0" lvl="0" marL="0" rtl="0" algn="l">
              <a:spcBef>
                <a:spcPts val="600"/>
              </a:spcBef>
              <a:spcAft>
                <a:spcPts val="0"/>
              </a:spcAft>
              <a:buNone/>
            </a:pPr>
            <a:r>
              <a:t/>
            </a:r>
            <a:endParaRPr b="1" sz="1400"/>
          </a:p>
          <a:p>
            <a:pPr indent="0" lvl="0" marL="0" rtl="0" algn="l">
              <a:spcBef>
                <a:spcPts val="600"/>
              </a:spcBef>
              <a:spcAft>
                <a:spcPts val="0"/>
              </a:spcAft>
              <a:buNone/>
            </a:pPr>
            <a:r>
              <a:rPr b="1" lang="en" sz="1400"/>
              <a:t>Full Refund: </a:t>
            </a:r>
            <a:r>
              <a:rPr lang="en" sz="1400"/>
              <a:t>Withdrawing before the start of the semester or up to the 7th day of convening of classes.</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rPr b="1" lang="en" sz="1400"/>
              <a:t>50% Refund: </a:t>
            </a:r>
            <a:r>
              <a:rPr lang="en" sz="1400"/>
              <a:t>W</a:t>
            </a:r>
            <a:r>
              <a:rPr lang="en" sz="1400"/>
              <a:t>ithdrawing from the 8th to the 15th day of convening of classes.</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rPr b="1" lang="en" sz="1400"/>
              <a:t>0% Refund: </a:t>
            </a:r>
            <a:r>
              <a:rPr lang="en" sz="1400"/>
              <a:t>Withdrawing from 16th day of convening of classes or later.</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t/>
            </a:r>
            <a:endParaRPr sz="1400"/>
          </a:p>
        </p:txBody>
      </p:sp>
      <p:sp>
        <p:nvSpPr>
          <p:cNvPr id="568" name="Google Shape;568;p27"/>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28"/>
          <p:cNvSpPr txBox="1"/>
          <p:nvPr>
            <p:ph idx="1" type="body"/>
          </p:nvPr>
        </p:nvSpPr>
        <p:spPr>
          <a:xfrm>
            <a:off x="457199" y="1063028"/>
            <a:ext cx="3994500" cy="32004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 sz="1600">
                <a:solidFill>
                  <a:schemeClr val="accent1"/>
                </a:solidFill>
                <a:latin typeface="Oswald"/>
                <a:ea typeface="Oswald"/>
                <a:cs typeface="Oswald"/>
                <a:sym typeface="Oswald"/>
              </a:rPr>
              <a:t>MERIT BASED SCHOLARSHIP</a:t>
            </a:r>
            <a:endParaRPr b="1" sz="1600"/>
          </a:p>
          <a:p>
            <a:pPr indent="0" lvl="0" marL="0" rtl="0" algn="l">
              <a:lnSpc>
                <a:spcPct val="100000"/>
              </a:lnSpc>
              <a:spcBef>
                <a:spcPts val="600"/>
              </a:spcBef>
              <a:spcAft>
                <a:spcPts val="0"/>
              </a:spcAft>
              <a:buNone/>
            </a:pPr>
            <a:r>
              <a:t/>
            </a:r>
            <a:endParaRPr sz="1400"/>
          </a:p>
          <a:p>
            <a:pPr indent="0" lvl="0" marL="0" rtl="0" algn="l">
              <a:lnSpc>
                <a:spcPct val="100000"/>
              </a:lnSpc>
              <a:spcBef>
                <a:spcPts val="600"/>
              </a:spcBef>
              <a:spcAft>
                <a:spcPts val="0"/>
              </a:spcAft>
              <a:buNone/>
            </a:pPr>
            <a:r>
              <a:rPr lang="en" sz="1400"/>
              <a:t>A maximum of 70% scholarship is awarded at the </a:t>
            </a:r>
            <a:r>
              <a:rPr b="1" lang="en" sz="1400"/>
              <a:t>time of admission</a:t>
            </a:r>
            <a:r>
              <a:rPr lang="en" sz="1400"/>
              <a:t> who obtain a minimum of 70 T-score on the entry test.</a:t>
            </a:r>
            <a:endParaRPr sz="1400"/>
          </a:p>
          <a:p>
            <a:pPr indent="0" lvl="0" marL="0" rtl="0" algn="l">
              <a:lnSpc>
                <a:spcPct val="100000"/>
              </a:lnSpc>
              <a:spcBef>
                <a:spcPts val="600"/>
              </a:spcBef>
              <a:spcAft>
                <a:spcPts val="0"/>
              </a:spcAft>
              <a:buNone/>
            </a:pPr>
            <a:r>
              <a:t/>
            </a:r>
            <a:endParaRPr sz="1400"/>
          </a:p>
          <a:p>
            <a:pPr indent="0" lvl="0" marL="0" rtl="0" algn="l">
              <a:spcBef>
                <a:spcPts val="600"/>
              </a:spcBef>
              <a:spcAft>
                <a:spcPts val="0"/>
              </a:spcAft>
              <a:buNone/>
            </a:pPr>
            <a:r>
              <a:rPr lang="en" sz="1400"/>
              <a:t>For the scholarship, the applicant must:</a:t>
            </a:r>
            <a:endParaRPr sz="1400"/>
          </a:p>
          <a:p>
            <a:pPr indent="-317500" lvl="0" marL="457200" rtl="0" algn="l">
              <a:spcBef>
                <a:spcPts val="600"/>
              </a:spcBef>
              <a:spcAft>
                <a:spcPts val="0"/>
              </a:spcAft>
              <a:buSzPts val="1400"/>
              <a:buChar char="●"/>
            </a:pPr>
            <a:r>
              <a:rPr lang="en" sz="1400"/>
              <a:t>Maintain a CGPA of at least 3.00 and enroll as a full time student in each regular semester,</a:t>
            </a:r>
            <a:endParaRPr sz="1400"/>
          </a:p>
          <a:p>
            <a:pPr indent="-317500" lvl="0" marL="457200" rtl="0" algn="l">
              <a:spcBef>
                <a:spcPts val="0"/>
              </a:spcBef>
              <a:spcAft>
                <a:spcPts val="0"/>
              </a:spcAft>
              <a:buSzPts val="1400"/>
              <a:buChar char="●"/>
            </a:pPr>
            <a:r>
              <a:rPr lang="en" sz="1400"/>
              <a:t>Ensure that no disciplinary action is taken against them during their academic stay at the University.</a:t>
            </a:r>
            <a:endParaRPr sz="1400"/>
          </a:p>
        </p:txBody>
      </p:sp>
      <p:sp>
        <p:nvSpPr>
          <p:cNvPr id="574" name="Google Shape;574;p28"/>
          <p:cNvSpPr txBox="1"/>
          <p:nvPr>
            <p:ph type="title"/>
          </p:nvPr>
        </p:nvSpPr>
        <p:spPr>
          <a:xfrm>
            <a:off x="914400" y="514350"/>
            <a:ext cx="7315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rPr>
              <a:t>FINANCIAL AID AND SCHOLARSHIP</a:t>
            </a:r>
            <a:endParaRPr/>
          </a:p>
        </p:txBody>
      </p:sp>
      <p:sp>
        <p:nvSpPr>
          <p:cNvPr id="575" name="Google Shape;575;p28"/>
          <p:cNvSpPr txBox="1"/>
          <p:nvPr>
            <p:ph idx="2" type="body"/>
          </p:nvPr>
        </p:nvSpPr>
        <p:spPr>
          <a:xfrm>
            <a:off x="4692301" y="1062952"/>
            <a:ext cx="3994500" cy="3200400"/>
          </a:xfrm>
          <a:prstGeom prst="rect">
            <a:avLst/>
          </a:prstGeom>
        </p:spPr>
        <p:txBody>
          <a:bodyPr anchorCtr="0" anchor="t" bIns="91425" lIns="91425" spcFirstLastPara="1" rIns="91425" wrap="square" tIns="91425">
            <a:noAutofit/>
          </a:bodyPr>
          <a:lstStyle/>
          <a:p>
            <a:pPr indent="0" lvl="0" marL="0" rtl="0" algn="ctr">
              <a:spcBef>
                <a:spcPts val="600"/>
              </a:spcBef>
              <a:spcAft>
                <a:spcPts val="0"/>
              </a:spcAft>
              <a:buNone/>
            </a:pPr>
            <a:r>
              <a:rPr b="1" lang="en" sz="1600">
                <a:solidFill>
                  <a:schemeClr val="accent1"/>
                </a:solidFill>
                <a:latin typeface="Oswald"/>
                <a:ea typeface="Oswald"/>
                <a:cs typeface="Oswald"/>
                <a:sym typeface="Oswald"/>
              </a:rPr>
              <a:t>NEED BASED FINANCIAL AID</a:t>
            </a:r>
            <a:endParaRPr b="1"/>
          </a:p>
          <a:p>
            <a:pPr indent="0" lvl="0" marL="0" marR="0" rtl="0" algn="l">
              <a:lnSpc>
                <a:spcPct val="100000"/>
              </a:lnSpc>
              <a:spcBef>
                <a:spcPts val="600"/>
              </a:spcBef>
              <a:spcAft>
                <a:spcPts val="0"/>
              </a:spcAft>
              <a:buNone/>
            </a:pPr>
            <a:r>
              <a:t/>
            </a:r>
            <a:endParaRPr sz="1400"/>
          </a:p>
          <a:p>
            <a:pPr indent="0" lvl="0" marL="0" rtl="0" algn="l">
              <a:spcBef>
                <a:spcPts val="600"/>
              </a:spcBef>
              <a:spcAft>
                <a:spcPts val="0"/>
              </a:spcAft>
              <a:buNone/>
            </a:pPr>
            <a:r>
              <a:rPr lang="en" sz="1400"/>
              <a:t>Students can apply by completing the financial aid form and attaching the required documents.</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rPr lang="en" sz="1400"/>
              <a:t>For the financial aid, the applicant must:</a:t>
            </a:r>
            <a:endParaRPr sz="1400"/>
          </a:p>
          <a:p>
            <a:pPr indent="-317500" lvl="0" marL="457200" rtl="0" algn="l">
              <a:spcBef>
                <a:spcPts val="600"/>
              </a:spcBef>
              <a:spcAft>
                <a:spcPts val="0"/>
              </a:spcAft>
              <a:buSzPts val="1400"/>
              <a:buChar char="●"/>
            </a:pPr>
            <a:r>
              <a:rPr lang="en" sz="1400"/>
              <a:t>Maintain a CGPA of at least 2.00 and enroll as a full time student in each regular semester,</a:t>
            </a:r>
            <a:endParaRPr sz="1400"/>
          </a:p>
          <a:p>
            <a:pPr indent="-317500" lvl="0" marL="457200" rtl="0" algn="l">
              <a:spcBef>
                <a:spcPts val="0"/>
              </a:spcBef>
              <a:spcAft>
                <a:spcPts val="0"/>
              </a:spcAft>
              <a:buSzPts val="1400"/>
              <a:buChar char="●"/>
            </a:pPr>
            <a:r>
              <a:rPr lang="en" sz="1400"/>
              <a:t>Ensure that no disciplinary action is taken against them during their academic stay at the University.</a:t>
            </a:r>
            <a:endParaRPr sz="1400"/>
          </a:p>
        </p:txBody>
      </p:sp>
      <p:sp>
        <p:nvSpPr>
          <p:cNvPr id="576" name="Google Shape;576;p28"/>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29"/>
          <p:cNvSpPr txBox="1"/>
          <p:nvPr>
            <p:ph type="ctrTitle"/>
          </p:nvPr>
        </p:nvSpPr>
        <p:spPr>
          <a:xfrm>
            <a:off x="1087925" y="3031150"/>
            <a:ext cx="6436200" cy="11598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ACADEMIC POLICIES </a:t>
            </a:r>
            <a:endParaRPr/>
          </a:p>
          <a:p>
            <a:pPr indent="0" lvl="0" marL="0" rtl="0" algn="r">
              <a:spcBef>
                <a:spcPts val="0"/>
              </a:spcBef>
              <a:spcAft>
                <a:spcPts val="0"/>
              </a:spcAft>
              <a:buNone/>
            </a:pPr>
            <a:r>
              <a:rPr lang="en"/>
              <a:t>AND PROCEDURES</a:t>
            </a:r>
            <a:endParaRPr/>
          </a:p>
        </p:txBody>
      </p:sp>
      <p:sp>
        <p:nvSpPr>
          <p:cNvPr id="582" name="Google Shape;582;p29"/>
          <p:cNvSpPr txBox="1"/>
          <p:nvPr>
            <p:ph idx="1" type="subTitle"/>
          </p:nvPr>
        </p:nvSpPr>
        <p:spPr>
          <a:xfrm>
            <a:off x="208753" y="3997575"/>
            <a:ext cx="7315200" cy="7848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t/>
            </a:r>
            <a:endParaRPr/>
          </a:p>
        </p:txBody>
      </p:sp>
      <p:sp>
        <p:nvSpPr>
          <p:cNvPr id="583" name="Google Shape;583;p29"/>
          <p:cNvSpPr txBox="1"/>
          <p:nvPr/>
        </p:nvSpPr>
        <p:spPr>
          <a:xfrm>
            <a:off x="7416725" y="3661925"/>
            <a:ext cx="1760400" cy="12048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12000">
                <a:solidFill>
                  <a:schemeClr val="accent2"/>
                </a:solidFill>
                <a:latin typeface="Oswald"/>
                <a:ea typeface="Oswald"/>
                <a:cs typeface="Oswald"/>
                <a:sym typeface="Oswald"/>
              </a:rPr>
              <a:t>4</a:t>
            </a:r>
            <a:endParaRPr sz="12000">
              <a:solidFill>
                <a:schemeClr val="accent2"/>
              </a:solidFill>
            </a:endParaRPr>
          </a:p>
        </p:txBody>
      </p:sp>
      <p:sp>
        <p:nvSpPr>
          <p:cNvPr id="584" name="Google Shape;584;p29"/>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30"/>
          <p:cNvSpPr txBox="1"/>
          <p:nvPr>
            <p:ph type="title"/>
          </p:nvPr>
        </p:nvSpPr>
        <p:spPr>
          <a:xfrm>
            <a:off x="914400" y="514350"/>
            <a:ext cx="7315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rPr>
              <a:t>GENERAL POLICIES</a:t>
            </a:r>
            <a:endParaRPr>
              <a:solidFill>
                <a:schemeClr val="accent2"/>
              </a:solidFill>
            </a:endParaRPr>
          </a:p>
        </p:txBody>
      </p:sp>
      <p:sp>
        <p:nvSpPr>
          <p:cNvPr id="590" name="Google Shape;590;p30"/>
          <p:cNvSpPr txBox="1"/>
          <p:nvPr>
            <p:ph idx="1" type="body"/>
          </p:nvPr>
        </p:nvSpPr>
        <p:spPr>
          <a:xfrm>
            <a:off x="455250" y="971560"/>
            <a:ext cx="8233500" cy="3612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400"/>
              <a:t>Students have to maintain a minimum of 67% </a:t>
            </a:r>
            <a:r>
              <a:rPr b="1" lang="en" sz="1400"/>
              <a:t>attendance</a:t>
            </a:r>
            <a:r>
              <a:rPr lang="en" sz="1400"/>
              <a:t>, but instructors may set a higher requirement. If a student fails to maintain their attendance, they will not be allowed to take the final exam.</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rPr lang="en" sz="1400"/>
              <a:t>A student must maintain the following to be in </a:t>
            </a:r>
            <a:r>
              <a:rPr b="1" lang="en" sz="1400"/>
              <a:t>good academic standing:</a:t>
            </a:r>
            <a:endParaRPr b="1" sz="1400"/>
          </a:p>
          <a:p>
            <a:pPr indent="-317500" lvl="0" marL="457200" rtl="0" algn="l">
              <a:spcBef>
                <a:spcPts val="600"/>
              </a:spcBef>
              <a:spcAft>
                <a:spcPts val="0"/>
              </a:spcAft>
              <a:buSzPts val="1400"/>
              <a:buChar char="●"/>
            </a:pPr>
            <a:r>
              <a:rPr lang="en" sz="1400"/>
              <a:t>If the student has 0-35 credits, then a minimum CGPA of 1.50,</a:t>
            </a:r>
            <a:endParaRPr sz="1400"/>
          </a:p>
          <a:p>
            <a:pPr indent="-317500" lvl="0" marL="457200" rtl="0" algn="l">
              <a:spcBef>
                <a:spcPts val="0"/>
              </a:spcBef>
              <a:spcAft>
                <a:spcPts val="0"/>
              </a:spcAft>
              <a:buSzPts val="1400"/>
              <a:buChar char="●"/>
            </a:pPr>
            <a:r>
              <a:rPr lang="en" sz="1400"/>
              <a:t>If the student has 36-64 credits, then a minimum CGPA of 1.75,</a:t>
            </a:r>
            <a:endParaRPr sz="1400"/>
          </a:p>
          <a:p>
            <a:pPr indent="-317500" lvl="0" marL="457200" rtl="0" algn="l">
              <a:spcBef>
                <a:spcPts val="0"/>
              </a:spcBef>
              <a:spcAft>
                <a:spcPts val="0"/>
              </a:spcAft>
              <a:buSzPts val="1400"/>
              <a:buChar char="●"/>
            </a:pPr>
            <a:r>
              <a:rPr lang="en" sz="1400"/>
              <a:t>If the student has 65 or more credits, then a minimum CGPA of 2.00.</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rPr lang="en" sz="1400"/>
              <a:t>Students must </a:t>
            </a:r>
            <a:r>
              <a:rPr b="1" lang="en" sz="1400"/>
              <a:t>declare their major</a:t>
            </a:r>
            <a:r>
              <a:rPr lang="en" sz="1400"/>
              <a:t> by the end of their fourth semester. </a:t>
            </a:r>
            <a:endParaRPr sz="1400"/>
          </a:p>
        </p:txBody>
      </p:sp>
      <p:sp>
        <p:nvSpPr>
          <p:cNvPr id="591" name="Google Shape;591;p30"/>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31"/>
          <p:cNvSpPr txBox="1"/>
          <p:nvPr>
            <p:ph type="title"/>
          </p:nvPr>
        </p:nvSpPr>
        <p:spPr>
          <a:xfrm>
            <a:off x="914400" y="514350"/>
            <a:ext cx="7315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rPr>
              <a:t>ACADEMIC DISMISSAL AND READMISSION</a:t>
            </a:r>
            <a:endParaRPr>
              <a:solidFill>
                <a:schemeClr val="accent2"/>
              </a:solidFill>
            </a:endParaRPr>
          </a:p>
        </p:txBody>
      </p:sp>
      <p:sp>
        <p:nvSpPr>
          <p:cNvPr id="597" name="Google Shape;597;p31"/>
          <p:cNvSpPr txBox="1"/>
          <p:nvPr>
            <p:ph idx="1" type="body"/>
          </p:nvPr>
        </p:nvSpPr>
        <p:spPr>
          <a:xfrm>
            <a:off x="455250" y="971560"/>
            <a:ext cx="8233500" cy="3612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400"/>
              <a:t>Students who do not have a good academic standing will be placed on academic probation, suspended on probation, or dismissed from the University depending on the situation. The designation “Academic Probation” will appear on the student’s transcript and they must:</a:t>
            </a:r>
            <a:endParaRPr sz="1400"/>
          </a:p>
          <a:p>
            <a:pPr indent="-317500" lvl="0" marL="457200" rtl="0" algn="l">
              <a:spcBef>
                <a:spcPts val="600"/>
              </a:spcBef>
              <a:spcAft>
                <a:spcPts val="0"/>
              </a:spcAft>
              <a:buSzPts val="1400"/>
              <a:buChar char="●"/>
            </a:pPr>
            <a:r>
              <a:rPr lang="en" sz="1400"/>
              <a:t>Not take more than 5 courses, </a:t>
            </a:r>
            <a:endParaRPr sz="1400"/>
          </a:p>
          <a:p>
            <a:pPr indent="-317500" lvl="0" marL="457200" rtl="0" algn="l">
              <a:spcBef>
                <a:spcPts val="0"/>
              </a:spcBef>
              <a:spcAft>
                <a:spcPts val="0"/>
              </a:spcAft>
              <a:buSzPts val="1400"/>
              <a:buChar char="●"/>
            </a:pPr>
            <a:r>
              <a:rPr lang="en" sz="1400"/>
              <a:t>Attend all class meetings of every course in which they are enrolled, </a:t>
            </a:r>
            <a:endParaRPr sz="1400"/>
          </a:p>
          <a:p>
            <a:pPr indent="-317500" lvl="0" marL="457200" rtl="0" algn="l">
              <a:spcBef>
                <a:spcPts val="0"/>
              </a:spcBef>
              <a:spcAft>
                <a:spcPts val="0"/>
              </a:spcAft>
              <a:buSzPts val="1400"/>
              <a:buChar char="●"/>
            </a:pPr>
            <a:r>
              <a:rPr lang="en" sz="1400"/>
              <a:t>Schedule meetings with an academic Advisor at least once every two weeks, </a:t>
            </a:r>
            <a:endParaRPr sz="1400"/>
          </a:p>
          <a:p>
            <a:pPr indent="-317500" lvl="0" marL="457200" rtl="0" algn="l">
              <a:spcBef>
                <a:spcPts val="0"/>
              </a:spcBef>
              <a:spcAft>
                <a:spcPts val="0"/>
              </a:spcAft>
              <a:buSzPts val="1400"/>
              <a:buChar char="●"/>
            </a:pPr>
            <a:r>
              <a:rPr lang="en" sz="1400"/>
              <a:t>Visit Academic Advising Center regularly to discuss academic plan and progress,</a:t>
            </a:r>
            <a:endParaRPr sz="1400"/>
          </a:p>
          <a:p>
            <a:pPr indent="-317500" lvl="0" marL="457200" rtl="0" algn="l">
              <a:spcBef>
                <a:spcPts val="0"/>
              </a:spcBef>
              <a:spcAft>
                <a:spcPts val="0"/>
              </a:spcAft>
              <a:buSzPts val="1400"/>
              <a:buChar char="●"/>
            </a:pPr>
            <a:r>
              <a:rPr lang="en" sz="1400"/>
              <a:t>Adhere to any other provisions established by the Academic Review Committee,</a:t>
            </a:r>
            <a:endParaRPr sz="1400"/>
          </a:p>
          <a:p>
            <a:pPr indent="-317500" lvl="0" marL="457200" rtl="0" algn="l">
              <a:spcBef>
                <a:spcPts val="0"/>
              </a:spcBef>
              <a:spcAft>
                <a:spcPts val="0"/>
              </a:spcAft>
              <a:buSzPts val="1400"/>
              <a:buChar char="●"/>
            </a:pPr>
            <a:r>
              <a:rPr lang="en" sz="1400"/>
              <a:t>Not participate in any co-curricular or extracurricular activities.</a:t>
            </a:r>
            <a:endParaRPr sz="1400"/>
          </a:p>
          <a:p>
            <a:pPr indent="0" lvl="0" marL="0" rtl="0" algn="l">
              <a:spcBef>
                <a:spcPts val="600"/>
              </a:spcBef>
              <a:spcAft>
                <a:spcPts val="0"/>
              </a:spcAft>
              <a:buNone/>
            </a:pPr>
            <a:r>
              <a:rPr lang="en" sz="1400"/>
              <a:t>Any student who fails to observe these conditions may be dismissed from the University. The Committee may drop a student whose academic performance continuously falls below expected minimums and who is on probation for more than one semester. In such a case, a student may request readmission to continue their studies after a full regular semester. </a:t>
            </a:r>
            <a:endParaRPr sz="1400"/>
          </a:p>
          <a:p>
            <a:pPr indent="0" lvl="0" marL="0" rtl="0" algn="l">
              <a:spcBef>
                <a:spcPts val="600"/>
              </a:spcBef>
              <a:spcAft>
                <a:spcPts val="0"/>
              </a:spcAft>
              <a:buNone/>
            </a:pPr>
            <a:r>
              <a:rPr lang="en" sz="1400"/>
              <a:t>Probationary status remains in effect until the student’s reaches good Academic standing.</a:t>
            </a:r>
            <a:endParaRPr sz="1400"/>
          </a:p>
        </p:txBody>
      </p:sp>
      <p:sp>
        <p:nvSpPr>
          <p:cNvPr id="598" name="Google Shape;598;p31"/>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32"/>
          <p:cNvSpPr txBox="1"/>
          <p:nvPr>
            <p:ph type="title"/>
          </p:nvPr>
        </p:nvSpPr>
        <p:spPr>
          <a:xfrm>
            <a:off x="914400" y="514350"/>
            <a:ext cx="7315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rPr>
              <a:t>ACADEMIC ADVISING</a:t>
            </a:r>
            <a:endParaRPr>
              <a:solidFill>
                <a:schemeClr val="accent2"/>
              </a:solidFill>
            </a:endParaRPr>
          </a:p>
        </p:txBody>
      </p:sp>
      <p:sp>
        <p:nvSpPr>
          <p:cNvPr id="604" name="Google Shape;604;p32"/>
          <p:cNvSpPr txBox="1"/>
          <p:nvPr>
            <p:ph idx="1" type="body"/>
          </p:nvPr>
        </p:nvSpPr>
        <p:spPr>
          <a:xfrm>
            <a:off x="455250" y="971560"/>
            <a:ext cx="8233500" cy="3612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400"/>
              <a:t>All students are assigned to a faculty member who serve as their academic advisor. The advisor helps the student in selecting courses and discussing the student’s career planning and growth. One the student selects  a major, they are assigned an advisor from that department. </a:t>
            </a:r>
            <a:endParaRPr sz="1400"/>
          </a:p>
          <a:p>
            <a:pPr indent="0" lvl="0" marL="0" rtl="0" algn="l">
              <a:spcBef>
                <a:spcPts val="600"/>
              </a:spcBef>
              <a:spcAft>
                <a:spcPts val="0"/>
              </a:spcAft>
              <a:buNone/>
            </a:pPr>
            <a:r>
              <a:rPr lang="en" sz="1400"/>
              <a:t>Students must meet with their advisor at least once each semester to review their academic progress.</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rPr lang="en" sz="1400"/>
              <a:t>The Academic Advising Center is available to all students requiring assistance. It is located in the Ahmad</a:t>
            </a:r>
            <a:endParaRPr sz="1400"/>
          </a:p>
          <a:p>
            <a:pPr indent="0" lvl="0" marL="0" rtl="0" algn="l">
              <a:spcBef>
                <a:spcPts val="600"/>
              </a:spcBef>
              <a:spcAft>
                <a:spcPts val="0"/>
              </a:spcAft>
              <a:buNone/>
            </a:pPr>
            <a:r>
              <a:rPr lang="en" sz="1400"/>
              <a:t>Saeed Administration Building (room 126) and is open from 10:00 am to 4:00 pm Monday through Friday.</a:t>
            </a:r>
            <a:endParaRPr sz="1400"/>
          </a:p>
          <a:p>
            <a:pPr indent="0" lvl="0" marL="0" rtl="0" algn="l">
              <a:spcBef>
                <a:spcPts val="600"/>
              </a:spcBef>
              <a:spcAft>
                <a:spcPts val="0"/>
              </a:spcAft>
              <a:buNone/>
            </a:pPr>
            <a:r>
              <a:t/>
            </a:r>
            <a:endParaRPr sz="1400"/>
          </a:p>
        </p:txBody>
      </p:sp>
      <p:sp>
        <p:nvSpPr>
          <p:cNvPr id="605" name="Google Shape;605;p32"/>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33"/>
          <p:cNvSpPr txBox="1"/>
          <p:nvPr>
            <p:ph type="title"/>
          </p:nvPr>
        </p:nvSpPr>
        <p:spPr>
          <a:xfrm>
            <a:off x="914400" y="514350"/>
            <a:ext cx="7315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rPr>
              <a:t>CHANGE OF PROGRAM</a:t>
            </a:r>
            <a:endParaRPr>
              <a:solidFill>
                <a:schemeClr val="accent2"/>
              </a:solidFill>
            </a:endParaRPr>
          </a:p>
        </p:txBody>
      </p:sp>
      <p:sp>
        <p:nvSpPr>
          <p:cNvPr id="611" name="Google Shape;611;p33"/>
          <p:cNvSpPr txBox="1"/>
          <p:nvPr>
            <p:ph idx="1" type="body"/>
          </p:nvPr>
        </p:nvSpPr>
        <p:spPr>
          <a:xfrm>
            <a:off x="455250" y="971560"/>
            <a:ext cx="8233500" cy="3612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400"/>
              <a:t>Students are allowed to change their degree program only if their merit at the time of admission was higher than the merit of their desired program.</a:t>
            </a:r>
            <a:endParaRPr sz="1400"/>
          </a:p>
          <a:p>
            <a:pPr indent="0" lvl="0" marL="0" rtl="0" algn="l">
              <a:spcBef>
                <a:spcPts val="600"/>
              </a:spcBef>
              <a:spcAft>
                <a:spcPts val="0"/>
              </a:spcAft>
              <a:buNone/>
            </a:pPr>
            <a:r>
              <a:rPr lang="en" sz="1400"/>
              <a:t>A student’s request will be reviewed by the department chairperson of the program and the academic dean of the program. </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rPr lang="en" sz="1400"/>
              <a:t>If a student is allowed to change their program, they must forward a copy of their approval to the accounts office to change the fee structure. After the fee structure has been changed, the form will be forwarded to the Academic Services Office to change the program. Finally, the student’s adviser and major will be changed by the Academic Advising Center.</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rPr lang="en" sz="1400"/>
              <a:t>If the student has been denied, they are not permitted to obtain new admission into the desired program.</a:t>
            </a:r>
            <a:endParaRPr sz="1400"/>
          </a:p>
        </p:txBody>
      </p:sp>
      <p:sp>
        <p:nvSpPr>
          <p:cNvPr id="612" name="Google Shape;612;p33"/>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34"/>
          <p:cNvSpPr txBox="1"/>
          <p:nvPr>
            <p:ph type="title"/>
          </p:nvPr>
        </p:nvSpPr>
        <p:spPr>
          <a:xfrm>
            <a:off x="914400" y="514350"/>
            <a:ext cx="7315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rPr>
              <a:t>INDEPENDENT STUDY</a:t>
            </a:r>
            <a:endParaRPr>
              <a:solidFill>
                <a:schemeClr val="accent2"/>
              </a:solidFill>
            </a:endParaRPr>
          </a:p>
        </p:txBody>
      </p:sp>
      <p:sp>
        <p:nvSpPr>
          <p:cNvPr id="618" name="Google Shape;618;p34"/>
          <p:cNvSpPr txBox="1"/>
          <p:nvPr>
            <p:ph idx="1" type="body"/>
          </p:nvPr>
        </p:nvSpPr>
        <p:spPr>
          <a:xfrm>
            <a:off x="455250" y="971560"/>
            <a:ext cx="8233500" cy="3612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400"/>
              <a:t>Credit may be earned through independent study by advanced students who exhibit both the self-discipline and mastery of the methods demanded by the subject matter selected by the student. An independent study project is designed by a student in consultation with the Professor who is to supervise and evaluate the work. An academic contract, made in advance, specifies the subject and method of inquiry, the texts, the purpose of the project, and the basis of evaluation and credit. </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rPr lang="en" sz="1400"/>
              <a:t>Each contract approved by the respective Dean of Faculty and Chairperson should be deposited in the Academic Services Office for registration and record keeping. Independent study forms are available online. </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rPr lang="en" sz="1400"/>
              <a:t>FCCU recognizes that many experiences outside the classroom may contribute to a student’s program. Internships, participation in community projects, and field experience may be accorded credit if closely coordinated with the student’s academic program. Such experience ordinarily constitutes a part of a regular course or independent study project.</a:t>
            </a:r>
            <a:endParaRPr sz="1400"/>
          </a:p>
        </p:txBody>
      </p:sp>
      <p:sp>
        <p:nvSpPr>
          <p:cNvPr id="619" name="Google Shape;619;p34"/>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35"/>
          <p:cNvSpPr txBox="1"/>
          <p:nvPr>
            <p:ph type="title"/>
          </p:nvPr>
        </p:nvSpPr>
        <p:spPr>
          <a:xfrm>
            <a:off x="914400" y="514350"/>
            <a:ext cx="7315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rPr>
              <a:t>COURSE REGISTRATION POLICIES</a:t>
            </a:r>
            <a:endParaRPr>
              <a:solidFill>
                <a:schemeClr val="accent2"/>
              </a:solidFill>
            </a:endParaRPr>
          </a:p>
        </p:txBody>
      </p:sp>
      <p:sp>
        <p:nvSpPr>
          <p:cNvPr id="625" name="Google Shape;625;p35"/>
          <p:cNvSpPr txBox="1"/>
          <p:nvPr>
            <p:ph idx="1" type="body"/>
          </p:nvPr>
        </p:nvSpPr>
        <p:spPr>
          <a:xfrm>
            <a:off x="455250" y="971560"/>
            <a:ext cx="8233500" cy="3612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400"/>
              <a:t>A student must study in the correct section to earn a grade. Switching sections unofficially is not allowed. An NS will be given to students who have officially registered for one section and then switched to another.</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rPr b="1" lang="en" sz="1400"/>
              <a:t>Overloading Courses:</a:t>
            </a:r>
            <a:r>
              <a:rPr lang="en" sz="1400"/>
              <a:t> Students can request a credit overload from the Academic Advising Centre if their CGPA is 3.00 or above. Senior students (90 completed credits) with lower CGPA can also be allowed to take an overload if they require the course to graduate on time. </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rPr b="1" lang="en" sz="1400"/>
              <a:t>Seat Exception:</a:t>
            </a:r>
            <a:r>
              <a:rPr lang="en" sz="1400"/>
              <a:t> If the seats become full for a course that a student wants to study, they can apply for seat exception.  It will be approved or rejected by the instructor of that course.</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rPr b="1" lang="en" sz="1400"/>
              <a:t>Prerequisite Waivers:</a:t>
            </a:r>
            <a:r>
              <a:rPr lang="en" sz="1400"/>
              <a:t> if a student wants to study a course and its prerequisite together, they can petition the instructor for a waiver.</a:t>
            </a:r>
            <a:endParaRPr sz="1400"/>
          </a:p>
        </p:txBody>
      </p:sp>
      <p:sp>
        <p:nvSpPr>
          <p:cNvPr id="626" name="Google Shape;626;p35"/>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36"/>
          <p:cNvSpPr txBox="1"/>
          <p:nvPr>
            <p:ph type="title"/>
          </p:nvPr>
        </p:nvSpPr>
        <p:spPr>
          <a:xfrm>
            <a:off x="914400" y="514350"/>
            <a:ext cx="7315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rPr>
              <a:t>CANCELLATION OF COURSES</a:t>
            </a:r>
            <a:endParaRPr>
              <a:solidFill>
                <a:schemeClr val="accent2"/>
              </a:solidFill>
            </a:endParaRPr>
          </a:p>
        </p:txBody>
      </p:sp>
      <p:sp>
        <p:nvSpPr>
          <p:cNvPr id="632" name="Google Shape;632;p36"/>
          <p:cNvSpPr txBox="1"/>
          <p:nvPr>
            <p:ph idx="1" type="body"/>
          </p:nvPr>
        </p:nvSpPr>
        <p:spPr>
          <a:xfrm>
            <a:off x="455250" y="971560"/>
            <a:ext cx="8233500" cy="3612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400"/>
              <a:t>After the close of add/drop period, classes with low enrollment are likely to be closed, especially lower level elective courses. </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rPr lang="en" sz="1400"/>
              <a:t>For SPRING and FALL, low enrollment is 5 students for 300/400 level courses and 10 for 100/200 level courses.</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rPr lang="en" sz="1400"/>
              <a:t>For SUMMER and WINTER, low enrollment is 10 students.</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rPr lang="en" sz="1400"/>
              <a:t>The Chairperson can make the decision to continue with such course provided there is appropriate justification to do so.</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rPr lang="en" sz="1400"/>
              <a:t>If a registered course has been cancelled, students of that course can visit the Academic Office to arrange a satisfactory substitute within 4 days of add/drop closure.</a:t>
            </a:r>
            <a:endParaRPr sz="1400"/>
          </a:p>
          <a:p>
            <a:pPr indent="0" lvl="0" marL="0" rtl="0" algn="l">
              <a:spcBef>
                <a:spcPts val="600"/>
              </a:spcBef>
              <a:spcAft>
                <a:spcPts val="0"/>
              </a:spcAft>
              <a:buNone/>
            </a:pPr>
            <a:r>
              <a:t/>
            </a:r>
            <a:endParaRPr sz="1400"/>
          </a:p>
        </p:txBody>
      </p:sp>
      <p:sp>
        <p:nvSpPr>
          <p:cNvPr id="633" name="Google Shape;633;p36"/>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37"/>
          <p:cNvSpPr txBox="1"/>
          <p:nvPr>
            <p:ph type="title"/>
          </p:nvPr>
        </p:nvSpPr>
        <p:spPr>
          <a:xfrm>
            <a:off x="914400" y="514350"/>
            <a:ext cx="7315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rPr>
              <a:t>COURSE </a:t>
            </a:r>
            <a:r>
              <a:rPr lang="en">
                <a:solidFill>
                  <a:schemeClr val="accent2"/>
                </a:solidFill>
              </a:rPr>
              <a:t>WITHDRAWAL</a:t>
            </a:r>
            <a:endParaRPr>
              <a:solidFill>
                <a:schemeClr val="accent2"/>
              </a:solidFill>
            </a:endParaRPr>
          </a:p>
        </p:txBody>
      </p:sp>
      <p:sp>
        <p:nvSpPr>
          <p:cNvPr id="639" name="Google Shape;639;p37"/>
          <p:cNvSpPr txBox="1"/>
          <p:nvPr>
            <p:ph idx="1" type="body"/>
          </p:nvPr>
        </p:nvSpPr>
        <p:spPr>
          <a:xfrm>
            <a:off x="455250" y="971560"/>
            <a:ext cx="8233500" cy="3612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400"/>
              <a:t>Students are allowed to withdraw from a course until the end of the tenth week of the regular semester. Students who withdraw from a course by the withdrawal deadline will receive a grade of W by the instructor. </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rPr lang="en" sz="1400"/>
              <a:t>f a student does not officially drop a course or withdraws from a course after the deadline, they will receive a grade earned or F or NS. In circumstances where Academic Policy has been breached or disciplinary action taken, the Vice Rector’s Office may award an AW (Administrative withdrawal) to a student and withdraw the grade given for the applicable course.</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rPr lang="en" sz="1400"/>
              <a:t>In extreme circumstances beyond the student’s control, such as illness, accident or death of a parent, permission will be granted to withdraw after the withdrawal deadline. </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rPr lang="en" sz="1400"/>
              <a:t>Students must pay fees for withdrawn courses.</a:t>
            </a:r>
            <a:endParaRPr sz="1400"/>
          </a:p>
          <a:p>
            <a:pPr indent="0" lvl="0" marL="0" rtl="0" algn="l">
              <a:spcBef>
                <a:spcPts val="600"/>
              </a:spcBef>
              <a:spcAft>
                <a:spcPts val="0"/>
              </a:spcAft>
              <a:buNone/>
            </a:pPr>
            <a:r>
              <a:t/>
            </a:r>
            <a:endParaRPr sz="1400"/>
          </a:p>
        </p:txBody>
      </p:sp>
      <p:sp>
        <p:nvSpPr>
          <p:cNvPr id="640" name="Google Shape;640;p37"/>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38"/>
          <p:cNvSpPr txBox="1"/>
          <p:nvPr>
            <p:ph type="title"/>
          </p:nvPr>
        </p:nvSpPr>
        <p:spPr>
          <a:xfrm>
            <a:off x="914400" y="514350"/>
            <a:ext cx="7315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rPr>
              <a:t>UNIVERSITY </a:t>
            </a:r>
            <a:r>
              <a:rPr lang="en">
                <a:solidFill>
                  <a:schemeClr val="accent2"/>
                </a:solidFill>
              </a:rPr>
              <a:t>WITHDRAWAL</a:t>
            </a:r>
            <a:endParaRPr>
              <a:solidFill>
                <a:schemeClr val="accent2"/>
              </a:solidFill>
            </a:endParaRPr>
          </a:p>
        </p:txBody>
      </p:sp>
      <p:sp>
        <p:nvSpPr>
          <p:cNvPr id="646" name="Google Shape;646;p38"/>
          <p:cNvSpPr txBox="1"/>
          <p:nvPr>
            <p:ph idx="1" type="body"/>
          </p:nvPr>
        </p:nvSpPr>
        <p:spPr>
          <a:xfrm>
            <a:off x="455250" y="971560"/>
            <a:ext cx="8233500" cy="3612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400"/>
              <a:t>University Withdrawal is defined as leaving the university permanently. If a student decides to leave the </a:t>
            </a:r>
            <a:r>
              <a:rPr lang="en" sz="1400"/>
              <a:t>university</a:t>
            </a:r>
            <a:r>
              <a:rPr lang="en" sz="1400"/>
              <a:t>, they must:</a:t>
            </a:r>
            <a:endParaRPr sz="1400"/>
          </a:p>
          <a:p>
            <a:pPr indent="-317500" lvl="0" marL="457200" rtl="0" algn="l">
              <a:spcBef>
                <a:spcPts val="600"/>
              </a:spcBef>
              <a:spcAft>
                <a:spcPts val="0"/>
              </a:spcAft>
              <a:buSzPts val="1400"/>
              <a:buChar char="●"/>
            </a:pPr>
            <a:r>
              <a:rPr lang="en" sz="1400"/>
              <a:t>R</a:t>
            </a:r>
            <a:r>
              <a:rPr lang="en" sz="1400"/>
              <a:t>eceive</a:t>
            </a:r>
            <a:r>
              <a:rPr lang="en" sz="1400"/>
              <a:t> </a:t>
            </a:r>
            <a:r>
              <a:rPr lang="en" sz="1400"/>
              <a:t>clearance</a:t>
            </a:r>
            <a:r>
              <a:rPr lang="en" sz="1400"/>
              <a:t> from the library, computer lab, chief proctor, accounts office and science laboratories,</a:t>
            </a:r>
            <a:endParaRPr sz="1400"/>
          </a:p>
          <a:p>
            <a:pPr indent="-317500" lvl="0" marL="457200" rtl="0" algn="l">
              <a:spcBef>
                <a:spcPts val="0"/>
              </a:spcBef>
              <a:spcAft>
                <a:spcPts val="0"/>
              </a:spcAft>
              <a:buSzPts val="1400"/>
              <a:buChar char="●"/>
            </a:pPr>
            <a:r>
              <a:rPr lang="en" sz="1400"/>
              <a:t>The university ID card must be returned to the Accounts Office,</a:t>
            </a:r>
            <a:endParaRPr sz="1400"/>
          </a:p>
          <a:p>
            <a:pPr indent="-317500" lvl="0" marL="457200" rtl="0" algn="l">
              <a:spcBef>
                <a:spcPts val="0"/>
              </a:spcBef>
              <a:spcAft>
                <a:spcPts val="0"/>
              </a:spcAft>
              <a:buSzPts val="1400"/>
              <a:buChar char="●"/>
            </a:pPr>
            <a:r>
              <a:rPr lang="en" sz="1400"/>
              <a:t>On receiving the approved form with all clearances, the Academic Services Office will issue a Letter of </a:t>
            </a:r>
            <a:r>
              <a:rPr lang="en" sz="1400"/>
              <a:t> Release,</a:t>
            </a:r>
            <a:endParaRPr sz="1400"/>
          </a:p>
          <a:p>
            <a:pPr indent="-317500" lvl="0" marL="457200" rtl="0" algn="l">
              <a:spcBef>
                <a:spcPts val="0"/>
              </a:spcBef>
              <a:spcAft>
                <a:spcPts val="0"/>
              </a:spcAft>
              <a:buSzPts val="1400"/>
              <a:buChar char="●"/>
            </a:pPr>
            <a:r>
              <a:rPr lang="en" sz="1400"/>
              <a:t>The student must submit a copy of the Letter of Release to the Accounts office to collect his/her security deposit.</a:t>
            </a:r>
            <a:endParaRPr sz="1400"/>
          </a:p>
          <a:p>
            <a:pPr indent="0" lvl="0" marL="0" rtl="0" algn="l">
              <a:spcBef>
                <a:spcPts val="600"/>
              </a:spcBef>
              <a:spcAft>
                <a:spcPts val="0"/>
              </a:spcAft>
              <a:buNone/>
            </a:pPr>
            <a:r>
              <a:rPr lang="en" sz="1400"/>
              <a:t>If a student quits and fails to inform the university about the decision to discontinue at the university, they will receive failing grades for all courses. If the student does not cancel their registration prior to the drop deadline, they will be held financially responsible for applicable tuition fees.</a:t>
            </a:r>
            <a:endParaRPr sz="1400"/>
          </a:p>
        </p:txBody>
      </p:sp>
      <p:sp>
        <p:nvSpPr>
          <p:cNvPr id="647" name="Google Shape;647;p38"/>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39"/>
          <p:cNvSpPr txBox="1"/>
          <p:nvPr>
            <p:ph type="ctrTitle"/>
          </p:nvPr>
        </p:nvSpPr>
        <p:spPr>
          <a:xfrm>
            <a:off x="1087925" y="3031150"/>
            <a:ext cx="6436200" cy="11598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AWARDS AND MEDALS</a:t>
            </a:r>
            <a:endParaRPr/>
          </a:p>
        </p:txBody>
      </p:sp>
      <p:sp>
        <p:nvSpPr>
          <p:cNvPr id="653" name="Google Shape;653;p39"/>
          <p:cNvSpPr txBox="1"/>
          <p:nvPr>
            <p:ph idx="1" type="subTitle"/>
          </p:nvPr>
        </p:nvSpPr>
        <p:spPr>
          <a:xfrm>
            <a:off x="208753" y="3997575"/>
            <a:ext cx="7315200" cy="7848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t/>
            </a:r>
            <a:endParaRPr/>
          </a:p>
        </p:txBody>
      </p:sp>
      <p:sp>
        <p:nvSpPr>
          <p:cNvPr id="654" name="Google Shape;654;p39"/>
          <p:cNvSpPr txBox="1"/>
          <p:nvPr/>
        </p:nvSpPr>
        <p:spPr>
          <a:xfrm>
            <a:off x="7416725" y="3661925"/>
            <a:ext cx="1760400" cy="12048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12000">
                <a:solidFill>
                  <a:schemeClr val="accent2"/>
                </a:solidFill>
                <a:latin typeface="Oswald"/>
                <a:ea typeface="Oswald"/>
                <a:cs typeface="Oswald"/>
                <a:sym typeface="Oswald"/>
              </a:rPr>
              <a:t>5</a:t>
            </a:r>
            <a:endParaRPr sz="12000">
              <a:solidFill>
                <a:schemeClr val="accent2"/>
              </a:solidFill>
            </a:endParaRPr>
          </a:p>
        </p:txBody>
      </p:sp>
      <p:sp>
        <p:nvSpPr>
          <p:cNvPr id="655" name="Google Shape;655;p39"/>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40"/>
          <p:cNvSpPr txBox="1"/>
          <p:nvPr>
            <p:ph type="title"/>
          </p:nvPr>
        </p:nvSpPr>
        <p:spPr>
          <a:xfrm>
            <a:off x="914400" y="514350"/>
            <a:ext cx="7315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rPr>
              <a:t>AWARDS</a:t>
            </a:r>
            <a:endParaRPr>
              <a:solidFill>
                <a:schemeClr val="accent2"/>
              </a:solidFill>
            </a:endParaRPr>
          </a:p>
        </p:txBody>
      </p:sp>
      <p:sp>
        <p:nvSpPr>
          <p:cNvPr id="661" name="Google Shape;661;p40"/>
          <p:cNvSpPr txBox="1"/>
          <p:nvPr>
            <p:ph idx="1" type="body"/>
          </p:nvPr>
        </p:nvSpPr>
        <p:spPr>
          <a:xfrm>
            <a:off x="455250" y="971560"/>
            <a:ext cx="8233500" cy="3612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sz="1400"/>
              <a:t>The Vice Rector’s List</a:t>
            </a:r>
            <a:r>
              <a:rPr lang="en" sz="1400"/>
              <a:t> is published following the Fall Semester and the Spring Semester and includes names of students who completed at least four courses with a GPA of 3.75 or better.</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rPr lang="en" sz="1400"/>
              <a:t>FCCU awards diploma with </a:t>
            </a:r>
            <a:r>
              <a:rPr b="1" lang="en" sz="1400"/>
              <a:t>Latin Honors</a:t>
            </a:r>
            <a:r>
              <a:rPr lang="en" sz="1400"/>
              <a:t> to qualified students in each graduating class. The criteria and designation for graduation with Latin Honors are:</a:t>
            </a:r>
            <a:endParaRPr sz="1400"/>
          </a:p>
          <a:p>
            <a:pPr indent="-317500" lvl="0" marL="457200" rtl="0" algn="l">
              <a:spcBef>
                <a:spcPts val="600"/>
              </a:spcBef>
              <a:spcAft>
                <a:spcPts val="0"/>
              </a:spcAft>
              <a:buSzPts val="1400"/>
              <a:buChar char="●"/>
            </a:pPr>
            <a:r>
              <a:rPr lang="en" sz="1400"/>
              <a:t>Summa Cum Laude (Highest Honors): 3.90 or above CGPA</a:t>
            </a:r>
            <a:endParaRPr sz="1400"/>
          </a:p>
          <a:p>
            <a:pPr indent="-317500" lvl="0" marL="457200" rtl="0" algn="l">
              <a:spcBef>
                <a:spcPts val="0"/>
              </a:spcBef>
              <a:spcAft>
                <a:spcPts val="0"/>
              </a:spcAft>
              <a:buSzPts val="1400"/>
              <a:buChar char="●"/>
            </a:pPr>
            <a:r>
              <a:rPr lang="en" sz="1400"/>
              <a:t>Magna Cum Laude (High Honors): 3.70 - 3.89 CGPA</a:t>
            </a:r>
            <a:endParaRPr sz="1400"/>
          </a:p>
          <a:p>
            <a:pPr indent="-317500" lvl="0" marL="457200" rtl="0" algn="l">
              <a:spcBef>
                <a:spcPts val="0"/>
              </a:spcBef>
              <a:spcAft>
                <a:spcPts val="0"/>
              </a:spcAft>
              <a:buSzPts val="1400"/>
              <a:buChar char="●"/>
            </a:pPr>
            <a:r>
              <a:rPr lang="en" sz="1400"/>
              <a:t>Cum Laude (Honors): 3.50 - 3.69 CGPA</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rPr b="1" lang="en" sz="1400"/>
              <a:t>Scholar Athlete Trophy</a:t>
            </a:r>
            <a:r>
              <a:rPr lang="en" sz="1400"/>
              <a:t> is awarded to students who fulfill the following criteria: senior standing, CGPA above 3.00, participated in a minimum of nine intervarsity competitions, won first or second place in a minimum of three  competitions, won intramurals,  won a position in at least two events at the Annual Sports Gala for two years, consistently displays sportsmanship and clear of any disciplinary actions.</a:t>
            </a:r>
            <a:endParaRPr sz="1400"/>
          </a:p>
          <a:p>
            <a:pPr indent="0" lvl="0" marL="0" rtl="0" algn="l">
              <a:spcBef>
                <a:spcPts val="600"/>
              </a:spcBef>
              <a:spcAft>
                <a:spcPts val="0"/>
              </a:spcAft>
              <a:buNone/>
            </a:pPr>
            <a:r>
              <a:t/>
            </a:r>
            <a:endParaRPr sz="1400"/>
          </a:p>
        </p:txBody>
      </p:sp>
      <p:sp>
        <p:nvSpPr>
          <p:cNvPr id="662" name="Google Shape;662;p40"/>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41"/>
          <p:cNvSpPr txBox="1"/>
          <p:nvPr>
            <p:ph type="title"/>
          </p:nvPr>
        </p:nvSpPr>
        <p:spPr>
          <a:xfrm>
            <a:off x="914400" y="514350"/>
            <a:ext cx="7315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rPr>
              <a:t>FACULTY WISE MEDALS</a:t>
            </a:r>
            <a:endParaRPr>
              <a:solidFill>
                <a:schemeClr val="accent2"/>
              </a:solidFill>
            </a:endParaRPr>
          </a:p>
        </p:txBody>
      </p:sp>
      <p:sp>
        <p:nvSpPr>
          <p:cNvPr id="668" name="Google Shape;668;p41"/>
          <p:cNvSpPr txBox="1"/>
          <p:nvPr>
            <p:ph idx="1" type="body"/>
          </p:nvPr>
        </p:nvSpPr>
        <p:spPr>
          <a:xfrm>
            <a:off x="455250" y="971560"/>
            <a:ext cx="8233500" cy="3612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sz="1400"/>
              <a:t>Prof E.J. Sinclair:</a:t>
            </a:r>
            <a:r>
              <a:rPr lang="en" sz="1400"/>
              <a:t> Highest CGPA amongst the graduating class.</a:t>
            </a:r>
            <a:endParaRPr sz="1400"/>
          </a:p>
          <a:p>
            <a:pPr indent="0" lvl="0" marL="0" rtl="0" algn="l">
              <a:spcBef>
                <a:spcPts val="600"/>
              </a:spcBef>
              <a:spcAft>
                <a:spcPts val="0"/>
              </a:spcAft>
              <a:buNone/>
            </a:pPr>
            <a:r>
              <a:t/>
            </a:r>
            <a:endParaRPr b="1" sz="1400"/>
          </a:p>
          <a:p>
            <a:pPr indent="0" lvl="0" marL="0" rtl="0" algn="l">
              <a:spcBef>
                <a:spcPts val="600"/>
              </a:spcBef>
              <a:spcAft>
                <a:spcPts val="0"/>
              </a:spcAft>
              <a:buNone/>
            </a:pPr>
            <a:r>
              <a:rPr b="1" lang="en" sz="1400"/>
              <a:t>Prof MS Bhatti:</a:t>
            </a:r>
            <a:r>
              <a:rPr lang="en" sz="1400"/>
              <a:t> Highest CGPA amongst </a:t>
            </a:r>
            <a:r>
              <a:rPr lang="en" sz="1400"/>
              <a:t>the </a:t>
            </a:r>
            <a:r>
              <a:rPr lang="en" sz="1400"/>
              <a:t>the Faculty of Humanities.</a:t>
            </a:r>
            <a:endParaRPr sz="1400"/>
          </a:p>
          <a:p>
            <a:pPr indent="0" lvl="0" marL="0" rtl="0" algn="l">
              <a:spcBef>
                <a:spcPts val="600"/>
              </a:spcBef>
              <a:spcAft>
                <a:spcPts val="0"/>
              </a:spcAft>
              <a:buNone/>
            </a:pPr>
            <a:r>
              <a:rPr b="1" lang="en" sz="1400"/>
              <a:t>Sir Mian M Shafi: </a:t>
            </a:r>
            <a:r>
              <a:rPr lang="en" sz="1400"/>
              <a:t>Highest CGPA amongst the Faculty of Social Sciences.</a:t>
            </a:r>
            <a:endParaRPr sz="1400"/>
          </a:p>
          <a:p>
            <a:pPr indent="0" lvl="0" marL="0" rtl="0" algn="l">
              <a:spcBef>
                <a:spcPts val="600"/>
              </a:spcBef>
              <a:spcAft>
                <a:spcPts val="0"/>
              </a:spcAft>
              <a:buNone/>
            </a:pPr>
            <a:r>
              <a:rPr b="1" lang="en" sz="1400"/>
              <a:t>Sir Shaikh Abdul Qadir: </a:t>
            </a:r>
            <a:r>
              <a:rPr lang="en" sz="1400"/>
              <a:t>Highest CGPA amongst the candidates in the Faculty of Education.</a:t>
            </a:r>
            <a:endParaRPr sz="1400"/>
          </a:p>
          <a:p>
            <a:pPr indent="0" lvl="0" marL="0" rtl="0" algn="l">
              <a:spcBef>
                <a:spcPts val="600"/>
              </a:spcBef>
              <a:spcAft>
                <a:spcPts val="0"/>
              </a:spcAft>
              <a:buNone/>
            </a:pPr>
            <a:r>
              <a:rPr b="1" lang="en" sz="1400"/>
              <a:t>Swami Ram Teerth:</a:t>
            </a:r>
            <a:r>
              <a:rPr lang="en" sz="1400"/>
              <a:t> Highest CGPA amongst the Faculty of Computer and Mathematical Sciences.</a:t>
            </a:r>
            <a:endParaRPr sz="1400"/>
          </a:p>
          <a:p>
            <a:pPr indent="0" lvl="0" marL="0" rtl="0" algn="l">
              <a:spcBef>
                <a:spcPts val="600"/>
              </a:spcBef>
              <a:spcAft>
                <a:spcPts val="0"/>
              </a:spcAft>
              <a:buNone/>
            </a:pPr>
            <a:r>
              <a:rPr b="1" lang="en" sz="1400"/>
              <a:t>Dr. J.H. Orbison:</a:t>
            </a:r>
            <a:r>
              <a:rPr lang="en" sz="1400"/>
              <a:t> Highest CGPA amongst the the Faculty of Natural Sciences.</a:t>
            </a:r>
            <a:endParaRPr sz="1400"/>
          </a:p>
          <a:p>
            <a:pPr indent="0" lvl="0" marL="0" rtl="0" algn="l">
              <a:spcBef>
                <a:spcPts val="600"/>
              </a:spcBef>
              <a:spcAft>
                <a:spcPts val="0"/>
              </a:spcAft>
              <a:buNone/>
            </a:pPr>
            <a:r>
              <a:rPr b="1" lang="en" sz="1400"/>
              <a:t>Khan Bahadur Muhammad Sanaullah:</a:t>
            </a:r>
            <a:r>
              <a:rPr lang="en" sz="1400"/>
              <a:t> Highest CGPA </a:t>
            </a:r>
            <a:r>
              <a:rPr lang="en" sz="1400"/>
              <a:t>amongst the </a:t>
            </a:r>
            <a:r>
              <a:rPr lang="en" sz="1400"/>
              <a:t>Faculty of Business and Management.</a:t>
            </a:r>
            <a:endParaRPr sz="1400"/>
          </a:p>
          <a:p>
            <a:pPr indent="0" lvl="0" marL="0" rtl="0" algn="l">
              <a:spcBef>
                <a:spcPts val="600"/>
              </a:spcBef>
              <a:spcAft>
                <a:spcPts val="0"/>
              </a:spcAft>
              <a:buNone/>
            </a:pPr>
            <a:r>
              <a:rPr b="1" lang="en" sz="1400"/>
              <a:t>Sarfraz Begum: </a:t>
            </a:r>
            <a:r>
              <a:rPr lang="en" sz="1400"/>
              <a:t>Highest CGPA amongst the Faculty of Life Sciences.</a:t>
            </a:r>
            <a:endParaRPr sz="1400"/>
          </a:p>
          <a:p>
            <a:pPr indent="0" lvl="0" marL="0" rtl="0" algn="l">
              <a:spcBef>
                <a:spcPts val="600"/>
              </a:spcBef>
              <a:spcAft>
                <a:spcPts val="0"/>
              </a:spcAft>
              <a:buNone/>
            </a:pPr>
            <a:r>
              <a:t/>
            </a:r>
            <a:endParaRPr sz="1400"/>
          </a:p>
        </p:txBody>
      </p:sp>
      <p:sp>
        <p:nvSpPr>
          <p:cNvPr id="669" name="Google Shape;669;p41"/>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p42"/>
          <p:cNvSpPr txBox="1"/>
          <p:nvPr>
            <p:ph type="title"/>
          </p:nvPr>
        </p:nvSpPr>
        <p:spPr>
          <a:xfrm>
            <a:off x="914400" y="514350"/>
            <a:ext cx="7315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rPr>
              <a:t>DEGREE WISE </a:t>
            </a:r>
            <a:r>
              <a:rPr lang="en">
                <a:solidFill>
                  <a:schemeClr val="accent2"/>
                </a:solidFill>
              </a:rPr>
              <a:t>MEDALS</a:t>
            </a:r>
            <a:endParaRPr>
              <a:solidFill>
                <a:schemeClr val="accent2"/>
              </a:solidFill>
            </a:endParaRPr>
          </a:p>
        </p:txBody>
      </p:sp>
      <p:sp>
        <p:nvSpPr>
          <p:cNvPr id="675" name="Google Shape;675;p42"/>
          <p:cNvSpPr txBox="1"/>
          <p:nvPr>
            <p:ph idx="1" type="body"/>
          </p:nvPr>
        </p:nvSpPr>
        <p:spPr>
          <a:xfrm>
            <a:off x="455250" y="971560"/>
            <a:ext cx="8233500" cy="3612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sz="1400"/>
              <a:t>Professors’: </a:t>
            </a:r>
            <a:r>
              <a:rPr lang="en" sz="1400"/>
              <a:t>Students with the top three CGPAs amongst the Bachelor of Science Business (Honors).</a:t>
            </a:r>
            <a:endParaRPr sz="1400"/>
          </a:p>
          <a:p>
            <a:pPr indent="0" lvl="0" marL="0" rtl="0" algn="l">
              <a:spcBef>
                <a:spcPts val="600"/>
              </a:spcBef>
              <a:spcAft>
                <a:spcPts val="0"/>
              </a:spcAft>
              <a:buNone/>
            </a:pPr>
            <a:r>
              <a:rPr b="1" lang="en" sz="1400"/>
              <a:t>Unilever: </a:t>
            </a:r>
            <a:r>
              <a:rPr lang="en" sz="1400"/>
              <a:t>Highest CGPA amongst specialization in Marketing and Sales.</a:t>
            </a:r>
            <a:endParaRPr sz="1400"/>
          </a:p>
          <a:p>
            <a:pPr indent="0" lvl="0" marL="0" rtl="0" algn="l">
              <a:spcBef>
                <a:spcPts val="600"/>
              </a:spcBef>
              <a:spcAft>
                <a:spcPts val="0"/>
              </a:spcAft>
              <a:buNone/>
            </a:pPr>
            <a:r>
              <a:rPr b="1" lang="en" sz="1400"/>
              <a:t>Shezan: </a:t>
            </a:r>
            <a:r>
              <a:rPr lang="en" sz="1400"/>
              <a:t>Highest CGPA amongst specialization in Operations Management.</a:t>
            </a:r>
            <a:endParaRPr sz="1400"/>
          </a:p>
          <a:p>
            <a:pPr indent="0" lvl="0" marL="0" rtl="0" algn="l">
              <a:spcBef>
                <a:spcPts val="600"/>
              </a:spcBef>
              <a:spcAft>
                <a:spcPts val="0"/>
              </a:spcAft>
              <a:buNone/>
            </a:pPr>
            <a:r>
              <a:rPr b="1" lang="en" sz="1400"/>
              <a:t>Askari Investment: </a:t>
            </a:r>
            <a:r>
              <a:rPr lang="en" sz="1400"/>
              <a:t>Highest CGPA amongst specialization in Accounting and Finance.</a:t>
            </a:r>
            <a:endParaRPr sz="1400"/>
          </a:p>
          <a:p>
            <a:pPr indent="0" lvl="0" marL="0" rtl="0" algn="l">
              <a:spcBef>
                <a:spcPts val="600"/>
              </a:spcBef>
              <a:spcAft>
                <a:spcPts val="0"/>
              </a:spcAft>
              <a:buNone/>
            </a:pPr>
            <a:r>
              <a:rPr b="1" lang="en" sz="1400"/>
              <a:t>Justice Rao Muhammad Naeem Hashim Khan Gold Medal:</a:t>
            </a:r>
            <a:r>
              <a:rPr lang="en" sz="1400"/>
              <a:t> Highest CGPA amongst specialization in Human Resource Management</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rPr b="1" lang="en" sz="1400"/>
              <a:t>Chaudhry Ahmed Saeed: </a:t>
            </a:r>
            <a:r>
              <a:rPr lang="en" sz="1400"/>
              <a:t>Highest CGPA amongst the Bachelor of Science (Honors) Biotechnology.</a:t>
            </a:r>
            <a:endParaRPr sz="1400"/>
          </a:p>
          <a:p>
            <a:pPr indent="0" lvl="0" marL="0" rtl="0" algn="l">
              <a:spcBef>
                <a:spcPts val="600"/>
              </a:spcBef>
              <a:spcAft>
                <a:spcPts val="0"/>
              </a:spcAft>
              <a:buNone/>
            </a:pPr>
            <a:r>
              <a:t/>
            </a:r>
            <a:endParaRPr sz="1400"/>
          </a:p>
        </p:txBody>
      </p:sp>
      <p:sp>
        <p:nvSpPr>
          <p:cNvPr id="676" name="Google Shape;676;p42"/>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43"/>
          <p:cNvSpPr txBox="1"/>
          <p:nvPr>
            <p:ph type="title"/>
          </p:nvPr>
        </p:nvSpPr>
        <p:spPr>
          <a:xfrm>
            <a:off x="914400" y="514350"/>
            <a:ext cx="7315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rPr>
              <a:t>DEPARTMENTAL </a:t>
            </a:r>
            <a:r>
              <a:rPr lang="en">
                <a:solidFill>
                  <a:schemeClr val="accent2"/>
                </a:solidFill>
              </a:rPr>
              <a:t>MEDALS</a:t>
            </a:r>
            <a:endParaRPr>
              <a:solidFill>
                <a:schemeClr val="accent2"/>
              </a:solidFill>
            </a:endParaRPr>
          </a:p>
        </p:txBody>
      </p:sp>
      <p:sp>
        <p:nvSpPr>
          <p:cNvPr id="682" name="Google Shape;682;p43"/>
          <p:cNvSpPr txBox="1"/>
          <p:nvPr>
            <p:ph idx="1" type="body"/>
          </p:nvPr>
        </p:nvSpPr>
        <p:spPr>
          <a:xfrm>
            <a:off x="455250" y="971560"/>
            <a:ext cx="8233500" cy="3612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sz="1400"/>
              <a:t>Dr. C.M. Hussain: </a:t>
            </a:r>
            <a:r>
              <a:rPr lang="en" sz="1400"/>
              <a:t>H</a:t>
            </a:r>
            <a:r>
              <a:rPr lang="en" sz="1400"/>
              <a:t>ighest CGPA amongst the the Department of Mathematics</a:t>
            </a:r>
            <a:endParaRPr sz="1400"/>
          </a:p>
          <a:p>
            <a:pPr indent="0" lvl="0" marL="0" rtl="0" algn="l">
              <a:spcBef>
                <a:spcPts val="600"/>
              </a:spcBef>
              <a:spcAft>
                <a:spcPts val="0"/>
              </a:spcAft>
              <a:buNone/>
            </a:pPr>
            <a:r>
              <a:rPr b="1" lang="en" sz="1400"/>
              <a:t>Dr. Peter H Armacost: </a:t>
            </a:r>
            <a:r>
              <a:rPr lang="en" sz="1400"/>
              <a:t>H</a:t>
            </a:r>
            <a:r>
              <a:rPr lang="en" sz="1400"/>
              <a:t>ighest CGPA amongst the Department of Psychology.</a:t>
            </a:r>
            <a:endParaRPr sz="1400"/>
          </a:p>
          <a:p>
            <a:pPr indent="0" lvl="0" marL="0" rtl="0" algn="l">
              <a:spcBef>
                <a:spcPts val="600"/>
              </a:spcBef>
              <a:spcAft>
                <a:spcPts val="0"/>
              </a:spcAft>
              <a:buNone/>
            </a:pPr>
            <a:r>
              <a:rPr b="1" lang="en" sz="1400"/>
              <a:t>Dr. Robert F Tebbe: </a:t>
            </a:r>
            <a:r>
              <a:rPr lang="en" sz="1400"/>
              <a:t>H</a:t>
            </a:r>
            <a:r>
              <a:rPr lang="en" sz="1400"/>
              <a:t>ighest CGPA amongst the the Department of Chemistry.</a:t>
            </a:r>
            <a:endParaRPr sz="1400"/>
          </a:p>
          <a:p>
            <a:pPr indent="0" lvl="0" marL="0" rtl="0" algn="l">
              <a:spcBef>
                <a:spcPts val="600"/>
              </a:spcBef>
              <a:spcAft>
                <a:spcPts val="0"/>
              </a:spcAft>
              <a:buNone/>
            </a:pPr>
            <a:r>
              <a:rPr b="1" lang="en" sz="1400"/>
              <a:t>Aziz and Shaheen Haque: </a:t>
            </a:r>
            <a:r>
              <a:rPr lang="en" sz="1400"/>
              <a:t>H</a:t>
            </a:r>
            <a:r>
              <a:rPr lang="en" sz="1400"/>
              <a:t>ighest CGPA </a:t>
            </a:r>
            <a:r>
              <a:rPr lang="en" sz="1400"/>
              <a:t>amongst </a:t>
            </a:r>
            <a:r>
              <a:rPr lang="en" sz="1400"/>
              <a:t>the Department of Geography.</a:t>
            </a:r>
            <a:endParaRPr sz="1400"/>
          </a:p>
          <a:p>
            <a:pPr indent="0" lvl="0" marL="0" rtl="0" algn="l">
              <a:spcBef>
                <a:spcPts val="600"/>
              </a:spcBef>
              <a:spcAft>
                <a:spcPts val="0"/>
              </a:spcAft>
              <a:buNone/>
            </a:pPr>
            <a:r>
              <a:rPr b="1" lang="en" sz="1400"/>
              <a:t>Dr Myron Miller:</a:t>
            </a:r>
            <a:r>
              <a:rPr lang="en" sz="1400"/>
              <a:t> Highest CGPA amongst the Department of Philosophy.</a:t>
            </a:r>
            <a:endParaRPr sz="1400"/>
          </a:p>
          <a:p>
            <a:pPr indent="0" lvl="0" marL="0" rtl="0" algn="l">
              <a:spcBef>
                <a:spcPts val="600"/>
              </a:spcBef>
              <a:spcAft>
                <a:spcPts val="0"/>
              </a:spcAft>
              <a:buNone/>
            </a:pPr>
            <a:r>
              <a:rPr b="1" lang="en" sz="1400"/>
              <a:t>Dr. E.D. Lucas: </a:t>
            </a:r>
            <a:r>
              <a:rPr lang="en" sz="1400"/>
              <a:t>Highest CGPA amongst the Department of Economics.</a:t>
            </a:r>
            <a:endParaRPr sz="1400"/>
          </a:p>
          <a:p>
            <a:pPr indent="0" lvl="0" marL="0" rtl="0" algn="l">
              <a:spcBef>
                <a:spcPts val="600"/>
              </a:spcBef>
              <a:spcAft>
                <a:spcPts val="0"/>
              </a:spcAft>
              <a:buNone/>
            </a:pPr>
            <a:r>
              <a:rPr b="1" lang="en" sz="1400"/>
              <a:t>Dr. Henrick John Malik Gold Medal: </a:t>
            </a:r>
            <a:r>
              <a:rPr lang="en" sz="1400"/>
              <a:t>Highest CGPA amongst the Department of Statistics.</a:t>
            </a:r>
            <a:endParaRPr sz="1400"/>
          </a:p>
          <a:p>
            <a:pPr indent="0" lvl="0" marL="0" rtl="0" algn="l">
              <a:spcBef>
                <a:spcPts val="600"/>
              </a:spcBef>
              <a:spcAft>
                <a:spcPts val="0"/>
              </a:spcAft>
              <a:buNone/>
            </a:pPr>
            <a:r>
              <a:t/>
            </a:r>
            <a:endParaRPr sz="1400"/>
          </a:p>
        </p:txBody>
      </p:sp>
      <p:sp>
        <p:nvSpPr>
          <p:cNvPr id="683" name="Google Shape;683;p43"/>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44"/>
          <p:cNvSpPr txBox="1"/>
          <p:nvPr>
            <p:ph type="title"/>
          </p:nvPr>
        </p:nvSpPr>
        <p:spPr>
          <a:xfrm>
            <a:off x="914400" y="514350"/>
            <a:ext cx="7315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rPr>
              <a:t>CO CURRICULAR</a:t>
            </a:r>
            <a:r>
              <a:rPr lang="en">
                <a:solidFill>
                  <a:schemeClr val="accent2"/>
                </a:solidFill>
              </a:rPr>
              <a:t> AND EXTRACURRICULAR</a:t>
            </a:r>
            <a:r>
              <a:rPr lang="en">
                <a:solidFill>
                  <a:schemeClr val="accent2"/>
                </a:solidFill>
              </a:rPr>
              <a:t> MEDALS</a:t>
            </a:r>
            <a:endParaRPr>
              <a:solidFill>
                <a:schemeClr val="accent2"/>
              </a:solidFill>
            </a:endParaRPr>
          </a:p>
        </p:txBody>
      </p:sp>
      <p:sp>
        <p:nvSpPr>
          <p:cNvPr id="689" name="Google Shape;689;p44"/>
          <p:cNvSpPr txBox="1"/>
          <p:nvPr>
            <p:ph idx="1" type="body"/>
          </p:nvPr>
        </p:nvSpPr>
        <p:spPr>
          <a:xfrm>
            <a:off x="455250" y="971560"/>
            <a:ext cx="8233500" cy="3612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sz="1400"/>
              <a:t>Co-Curricular Roll of Honor</a:t>
            </a:r>
            <a:r>
              <a:rPr lang="en" sz="1400"/>
              <a:t> is awarded to the students who demonstrate outstanding performance in a specified category of co-curricular activity on the recommendation of the Societies’ Board.</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rPr b="1" lang="en" sz="1400"/>
              <a:t>Co-Curricular Certificate of Merit </a:t>
            </a:r>
            <a:r>
              <a:rPr lang="en" sz="1400"/>
              <a:t>is awarded to the students who demonstrate excellent performance in a specified category of co-curricular activity on the recommendation of the Societies’ Board.</a:t>
            </a:r>
            <a:endParaRPr sz="1400"/>
          </a:p>
          <a:p>
            <a:pPr indent="0" lvl="0" marL="0" rtl="0" algn="l">
              <a:spcBef>
                <a:spcPts val="600"/>
              </a:spcBef>
              <a:spcAft>
                <a:spcPts val="0"/>
              </a:spcAft>
              <a:buNone/>
            </a:pPr>
            <a:r>
              <a:t/>
            </a:r>
            <a:endParaRPr sz="1400"/>
          </a:p>
          <a:p>
            <a:pPr indent="0" lvl="0" marL="0" rtl="0" algn="l">
              <a:spcBef>
                <a:spcPts val="600"/>
              </a:spcBef>
              <a:spcAft>
                <a:spcPts val="0"/>
              </a:spcAft>
              <a:buNone/>
            </a:pPr>
            <a:r>
              <a:rPr b="1" lang="en" sz="1400"/>
              <a:t>Shanky Lal Sheets Sports Medal and College Color </a:t>
            </a:r>
            <a:r>
              <a:rPr lang="en" sz="1400"/>
              <a:t>is awarded to the students who demonstrate outstanding performance in a specified category of a sports activity on the recommendation of the Societies’ Board.</a:t>
            </a:r>
            <a:endParaRPr sz="1400"/>
          </a:p>
          <a:p>
            <a:pPr indent="0" lvl="0" marL="0" rtl="0" algn="l">
              <a:spcBef>
                <a:spcPts val="600"/>
              </a:spcBef>
              <a:spcAft>
                <a:spcPts val="0"/>
              </a:spcAft>
              <a:buNone/>
            </a:pPr>
            <a:r>
              <a:t/>
            </a:r>
            <a:endParaRPr sz="1400"/>
          </a:p>
        </p:txBody>
      </p:sp>
      <p:sp>
        <p:nvSpPr>
          <p:cNvPr id="690" name="Google Shape;690;p44"/>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45"/>
          <p:cNvSpPr txBox="1"/>
          <p:nvPr>
            <p:ph idx="4294967295" type="ctrTitle"/>
          </p:nvPr>
        </p:nvSpPr>
        <p:spPr>
          <a:xfrm>
            <a:off x="324450" y="1991850"/>
            <a:ext cx="8495100" cy="1159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300"/>
              <a:t>GOOD LUCK FOR YOUR UNDERGRADUATE</a:t>
            </a:r>
            <a:r>
              <a:rPr lang="en" sz="4300"/>
              <a:t> DEGREE</a:t>
            </a:r>
            <a:r>
              <a:rPr lang="en" sz="4300"/>
              <a:t> AT FCCU</a:t>
            </a:r>
            <a:endParaRPr sz="4300"/>
          </a:p>
          <a:p>
            <a:pPr indent="0" lvl="0" marL="0" rtl="0" algn="ctr">
              <a:spcBef>
                <a:spcPts val="0"/>
              </a:spcBef>
              <a:spcAft>
                <a:spcPts val="0"/>
              </a:spcAft>
              <a:buNone/>
            </a:pPr>
            <a:r>
              <a:rPr lang="en" sz="4300"/>
              <a:t>YOU WILL NEED IT</a:t>
            </a:r>
            <a:endParaRPr sz="4300"/>
          </a:p>
        </p:txBody>
      </p:sp>
      <p:sp>
        <p:nvSpPr>
          <p:cNvPr id="696" name="Google Shape;696;p45"/>
          <p:cNvSpPr txBox="1"/>
          <p:nvPr>
            <p:ph idx="12" type="sldNum"/>
          </p:nvPr>
        </p:nvSpPr>
        <p:spPr>
          <a:xfrm>
            <a:off x="8556775" y="4826200"/>
            <a:ext cx="548700" cy="31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Quince template">
  <a:themeElements>
    <a:clrScheme name="Custom 347">
      <a:dk1>
        <a:srgbClr val="28324A"/>
      </a:dk1>
      <a:lt1>
        <a:srgbClr val="FFFFFF"/>
      </a:lt1>
      <a:dk2>
        <a:srgbClr val="707685"/>
      </a:dk2>
      <a:lt2>
        <a:srgbClr val="E5E5E5"/>
      </a:lt2>
      <a:accent1>
        <a:srgbClr val="00CEF6"/>
      </a:accent1>
      <a:accent2>
        <a:srgbClr val="3C78D8"/>
      </a:accent2>
      <a:accent3>
        <a:srgbClr val="00A7C8"/>
      </a:accent3>
      <a:accent4>
        <a:srgbClr val="8EC400"/>
      </a:accent4>
      <a:accent5>
        <a:srgbClr val="AFF000"/>
      </a:accent5>
      <a:accent6>
        <a:srgbClr val="7F7F7F"/>
      </a:accent6>
      <a:hlink>
        <a:srgbClr val="28324A"/>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